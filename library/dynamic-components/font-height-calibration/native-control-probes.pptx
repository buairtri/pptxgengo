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jMnhwWkdWZmRHbDB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1117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Sans: editable, measured typography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uQnNaWGd0WTJGeVpDSXNJblpoYkhW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47244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uQnNaWGd0WTJGeVpDSXNJbXhoWW1Wc0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4521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value in bold; label in regular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tRnlhV0ZzTFdOaGNtUWlMQ0oyWVd4MV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47244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tRnlhV0ZzTFdOaGNtUWlMQ0pzWVdKbGJD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4521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value in bold; label in regular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jM1I1YkdWek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1117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Regular.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Bold. </a:t>
            </a: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Italic. </a:t>
            </a: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jR3hsZUMxc1lXSmxiQ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/ 16 pt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ZWEpwWVd3dGJHRmlaV3d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16 pt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jR3hsZUMxM2NtRnd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ZWEpwWVd3dGQzSmhjQ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2026-09-30T22:43:01Z</dcterms:created>
  <dcterms:modified xsi:type="dcterms:W3CDTF">2026-09-30T22:43:01Z</dcterms:modified>
</cp:coreProperties>
</file>