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ModernTemplateware_FractionalWidths_2027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ModernTemplateware_FractionalWidths_2027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1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2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3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4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ModernTemplateware_FractionalWidths_2027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6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7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8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ModernTemplateware_FractionalWidths_2027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1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3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4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ModernTemplateware_FractionalWidths_2027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eVpXZDFiR0Z5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6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MWEJoY21GbmNtRndh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7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GRHRnNhV010Y0dGeVlXZHlZWEJv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8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YMm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9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2IyNW5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ModernTemplateware_FractionalWidths_2027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WEpsWjNWc1lYSXRjR0Z5WVdkeVlYQm9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1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RdGNHRnlZV2R5WVhCb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2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3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SZmFYUmhiR2xq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4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3h2Ym1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ModernTemplateware_FractionalWidths_2027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WEpsWjNWc1lYSXRjR0Z5WVdkeVlYQm9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6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RdGNHRnlZV2R5WVhCb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7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2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8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SZmFYUmhiR2xq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3h2Ym1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0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ModernTemplateware_FractionalWidths_2027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WEpsWjNWc1lYSXRjR0Z5WVdkeVlYQm9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1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RdGNHRnlZV2R5WVhCb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2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2wwWVd4cFl5MXdZWEpoWjNKaGNHZ2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3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SZmFYUmhiR2xqTFhCaGNtRm5jbUZ3Y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4"/>
          <p:cNvSpPr/>
          <p:nvPr/>
        </p:nvSpPr>
        <p:spPr>
          <a:xfrm>
            <a:off x="457200" y="457200"/>
            <a:ext cx="4699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teams turn ideas into clear plans. Typography must fit the available space.</a:t>
            </a:r>
            <a:endParaRPr lang="en-US" sz="2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3h2Ym1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5"/>
          <p:cNvSpPr/>
          <p:nvPr/>
        </p:nvSpPr>
        <p:spPr>
          <a:xfrm>
            <a:off x="457200" y="457200"/>
            <a:ext cx="165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ModernTemplateware_FractionalWidths_2027</a:t>
            </a:r>
            <a:endParaRPr lang="en-US" sz="2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6"/>
          <p:cNvSpPr/>
          <p:nvPr/>
        </p:nvSpPr>
        <p:spPr>
          <a:xfrm>
            <a:off x="457200" y="457200"/>
            <a:ext cx="182943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7"/>
          <p:cNvSpPr/>
          <p:nvPr/>
        </p:nvSpPr>
        <p:spPr>
          <a:xfrm>
            <a:off x="457200" y="457200"/>
            <a:ext cx="183451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8"/>
          <p:cNvSpPr/>
          <p:nvPr/>
        </p:nvSpPr>
        <p:spPr>
          <a:xfrm>
            <a:off x="457200" y="457200"/>
            <a:ext cx="18961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9"/>
          <p:cNvSpPr/>
          <p:nvPr/>
        </p:nvSpPr>
        <p:spPr>
          <a:xfrm>
            <a:off x="457200" y="457200"/>
            <a:ext cx="19011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0"/>
          <p:cNvSpPr/>
          <p:nvPr/>
        </p:nvSpPr>
        <p:spPr>
          <a:xfrm>
            <a:off x="457200" y="457200"/>
            <a:ext cx="18103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1"/>
          <p:cNvSpPr/>
          <p:nvPr/>
        </p:nvSpPr>
        <p:spPr>
          <a:xfrm>
            <a:off x="457200" y="457200"/>
            <a:ext cx="18154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2"/>
          <p:cNvSpPr/>
          <p:nvPr/>
        </p:nvSpPr>
        <p:spPr>
          <a:xfrm>
            <a:off x="457200" y="457200"/>
            <a:ext cx="18564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X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3"/>
          <p:cNvSpPr/>
          <p:nvPr/>
        </p:nvSpPr>
        <p:spPr>
          <a:xfrm>
            <a:off x="457200" y="457200"/>
            <a:ext cx="186150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4"/>
          <p:cNvSpPr/>
          <p:nvPr/>
        </p:nvSpPr>
        <p:spPr>
          <a:xfrm>
            <a:off x="457200" y="457200"/>
            <a:ext cx="23977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5"/>
          <p:cNvSpPr/>
          <p:nvPr/>
        </p:nvSpPr>
        <p:spPr>
          <a:xfrm>
            <a:off x="457200" y="457200"/>
            <a:ext cx="240284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6"/>
          <p:cNvSpPr/>
          <p:nvPr/>
        </p:nvSpPr>
        <p:spPr>
          <a:xfrm>
            <a:off x="457200" y="457200"/>
            <a:ext cx="24850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7"/>
          <p:cNvSpPr/>
          <p:nvPr/>
        </p:nvSpPr>
        <p:spPr>
          <a:xfrm>
            <a:off x="457200" y="457200"/>
            <a:ext cx="249015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8"/>
          <p:cNvSpPr/>
          <p:nvPr/>
        </p:nvSpPr>
        <p:spPr>
          <a:xfrm>
            <a:off x="457200" y="457200"/>
            <a:ext cx="23691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9"/>
          <p:cNvSpPr/>
          <p:nvPr/>
        </p:nvSpPr>
        <p:spPr>
          <a:xfrm>
            <a:off x="457200" y="457200"/>
            <a:ext cx="23742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0"/>
          <p:cNvSpPr/>
          <p:nvPr/>
        </p:nvSpPr>
        <p:spPr>
          <a:xfrm>
            <a:off x="457200" y="457200"/>
            <a:ext cx="24279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4Tn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1"/>
          <p:cNvSpPr/>
          <p:nvPr/>
        </p:nvSpPr>
        <p:spPr>
          <a:xfrm>
            <a:off x="457200" y="457200"/>
            <a:ext cx="243300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2"/>
          <p:cNvSpPr/>
          <p:nvPr/>
        </p:nvSpPr>
        <p:spPr>
          <a:xfrm>
            <a:off x="457200" y="457200"/>
            <a:ext cx="36614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3"/>
          <p:cNvSpPr/>
          <p:nvPr/>
        </p:nvSpPr>
        <p:spPr>
          <a:xfrm>
            <a:off x="457200" y="457200"/>
            <a:ext cx="36664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4"/>
          <p:cNvSpPr/>
          <p:nvPr/>
        </p:nvSpPr>
        <p:spPr>
          <a:xfrm>
            <a:off x="457200" y="457200"/>
            <a:ext cx="37931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5"/>
          <p:cNvSpPr/>
          <p:nvPr/>
        </p:nvSpPr>
        <p:spPr>
          <a:xfrm>
            <a:off x="457200" y="457200"/>
            <a:ext cx="379825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6"/>
          <p:cNvSpPr/>
          <p:nvPr/>
        </p:nvSpPr>
        <p:spPr>
          <a:xfrm>
            <a:off x="457200" y="457200"/>
            <a:ext cx="36217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7"/>
          <p:cNvSpPr/>
          <p:nvPr/>
        </p:nvSpPr>
        <p:spPr>
          <a:xfrm>
            <a:off x="457200" y="457200"/>
            <a:ext cx="362680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8"/>
          <p:cNvSpPr/>
          <p:nvPr/>
        </p:nvSpPr>
        <p:spPr>
          <a:xfrm>
            <a:off x="457200" y="457200"/>
            <a:ext cx="37137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Wc1pHOTFkQzB5Tm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9"/>
          <p:cNvSpPr/>
          <p:nvPr/>
        </p:nvSpPr>
        <p:spPr>
          <a:xfrm>
            <a:off x="457200" y="457200"/>
            <a:ext cx="37188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0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1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2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3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4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5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6"/>
          <p:cNvSpPr/>
          <p:nvPr/>
        </p:nvSpPr>
        <p:spPr>
          <a:xfrm>
            <a:off x="457200" y="457200"/>
            <a:ext cx="2162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X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7"/>
          <p:cNvSpPr/>
          <p:nvPr/>
        </p:nvSpPr>
        <p:spPr>
          <a:xfrm>
            <a:off x="457200" y="457200"/>
            <a:ext cx="2167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8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9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0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1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2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3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4"/>
          <p:cNvSpPr/>
          <p:nvPr/>
        </p:nvSpPr>
        <p:spPr>
          <a:xfrm>
            <a:off x="457200" y="457200"/>
            <a:ext cx="28613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4Tn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5"/>
          <p:cNvSpPr/>
          <p:nvPr/>
        </p:nvSpPr>
        <p:spPr>
          <a:xfrm>
            <a:off x="457200" y="457200"/>
            <a:ext cx="28663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eVpXZDFiR0Z5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6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eVpXZDFiR0Z5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7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MV0p2ZFc1a1lYSjVMUzB3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8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MV0p2ZFc1a1lYSjV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9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GRHRnNhV010WW05MWJtUmhjbmt0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0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cGRHRnNhV010WW05MWJtUmhjbmt0TUM0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1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YMm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2"/>
          <p:cNvSpPr/>
          <p:nvPr/>
        </p:nvSpPr>
        <p:spPr>
          <a:xfrm>
            <a:off x="457200" y="457200"/>
            <a:ext cx="43630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Wc1pHOTFkQzB5TmkxaWIyeGtYMm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3"/>
          <p:cNvSpPr/>
          <p:nvPr/>
        </p:nvSpPr>
        <p:spPr>
          <a:xfrm>
            <a:off x="457200" y="457200"/>
            <a:ext cx="436816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WEpsWjNWc1lYSXRZbTkxYm1SaGNua3R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4"/>
          <p:cNvSpPr/>
          <p:nvPr/>
        </p:nvSpPr>
        <p:spPr>
          <a:xfrm>
            <a:off x="457200" y="457200"/>
            <a:ext cx="18119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WEpsWjNWc1lYSXRZbTkxYm1SaGNua3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5"/>
          <p:cNvSpPr/>
          <p:nvPr/>
        </p:nvSpPr>
        <p:spPr>
          <a:xfrm>
            <a:off x="457200" y="457200"/>
            <a:ext cx="18170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RdFltOTFibVJoY25rdExUQXVN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6"/>
          <p:cNvSpPr/>
          <p:nvPr/>
        </p:nvSpPr>
        <p:spPr>
          <a:xfrm>
            <a:off x="457200" y="457200"/>
            <a:ext cx="19103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RdFltOTFibVJoY25rdE1DNH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7"/>
          <p:cNvSpPr/>
          <p:nvPr/>
        </p:nvSpPr>
        <p:spPr>
          <a:xfrm>
            <a:off x="457200" y="457200"/>
            <a:ext cx="19154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2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8"/>
          <p:cNvSpPr/>
          <p:nvPr/>
        </p:nvSpPr>
        <p:spPr>
          <a:xfrm>
            <a:off x="457200" y="457200"/>
            <a:ext cx="18214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2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9"/>
          <p:cNvSpPr/>
          <p:nvPr/>
        </p:nvSpPr>
        <p:spPr>
          <a:xfrm>
            <a:off x="457200" y="457200"/>
            <a:ext cx="182657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SZmFYUmhiR2xq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0"/>
          <p:cNvSpPr/>
          <p:nvPr/>
        </p:nvSpPr>
        <p:spPr>
          <a:xfrm>
            <a:off x="457200" y="457200"/>
            <a:ext cx="190722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XpMV0p2YkdSZmFYUmhiR2xq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1"/>
          <p:cNvSpPr/>
          <p:nvPr/>
        </p:nvSpPr>
        <p:spPr>
          <a:xfrm>
            <a:off x="457200" y="457200"/>
            <a:ext cx="19123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WEpsWjNWc1lYSXRZbTkxYm1SaGNua3R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2"/>
          <p:cNvSpPr/>
          <p:nvPr/>
        </p:nvSpPr>
        <p:spPr>
          <a:xfrm>
            <a:off x="457200" y="457200"/>
            <a:ext cx="23723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WEpsWjNWc1lYSXRZbTkxYm1SaGNua3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3"/>
          <p:cNvSpPr/>
          <p:nvPr/>
        </p:nvSpPr>
        <p:spPr>
          <a:xfrm>
            <a:off x="457200" y="457200"/>
            <a:ext cx="237744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RdFltOTFibVJoY25rdExUQXVN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4"/>
          <p:cNvSpPr/>
          <p:nvPr/>
        </p:nvSpPr>
        <p:spPr>
          <a:xfrm>
            <a:off x="457200" y="457200"/>
            <a:ext cx="24977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RdFltOTFibVJoY25rdE1DNH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5"/>
          <p:cNvSpPr/>
          <p:nvPr/>
        </p:nvSpPr>
        <p:spPr>
          <a:xfrm>
            <a:off x="457200" y="457200"/>
            <a:ext cx="250285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2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6"/>
          <p:cNvSpPr/>
          <p:nvPr/>
        </p:nvSpPr>
        <p:spPr>
          <a:xfrm>
            <a:off x="457200" y="457200"/>
            <a:ext cx="23850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2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7"/>
          <p:cNvSpPr/>
          <p:nvPr/>
        </p:nvSpPr>
        <p:spPr>
          <a:xfrm>
            <a:off x="457200" y="457200"/>
            <a:ext cx="239014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SZmFYUmhiR2xq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8"/>
          <p:cNvSpPr/>
          <p:nvPr/>
        </p:nvSpPr>
        <p:spPr>
          <a:xfrm>
            <a:off x="457200" y="457200"/>
            <a:ext cx="24945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RTNMV0p2YkdSZmFYUmhiR2xq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9"/>
          <p:cNvSpPr/>
          <p:nvPr/>
        </p:nvSpPr>
        <p:spPr>
          <a:xfrm>
            <a:off x="457200" y="457200"/>
            <a:ext cx="24996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1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WEpsWjNWc1lYSXRZbTkxYm1SaGNua3RMVEF1TW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0"/>
          <p:cNvSpPr/>
          <p:nvPr/>
        </p:nvSpPr>
        <p:spPr>
          <a:xfrm>
            <a:off x="457200" y="457200"/>
            <a:ext cx="362489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WEpsWjNWc1lYSXRZbTkxYm1SaGNua3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1"/>
          <p:cNvSpPr/>
          <p:nvPr/>
        </p:nvSpPr>
        <p:spPr>
          <a:xfrm>
            <a:off x="457200" y="457200"/>
            <a:ext cx="36299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RdFltOTFibVJoY25rdExUQXVN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2"/>
          <p:cNvSpPr/>
          <p:nvPr/>
        </p:nvSpPr>
        <p:spPr>
          <a:xfrm>
            <a:off x="457200" y="457200"/>
            <a:ext cx="3818573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RdFltOTFibVJoY25rdE1DNH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3"/>
          <p:cNvSpPr/>
          <p:nvPr/>
        </p:nvSpPr>
        <p:spPr>
          <a:xfrm>
            <a:off x="457200" y="457200"/>
            <a:ext cx="38236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2wwWVd4cFl5MWliM1Z1WkdGeWVTMHRNQzR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4"/>
          <p:cNvSpPr/>
          <p:nvPr/>
        </p:nvSpPr>
        <p:spPr>
          <a:xfrm>
            <a:off x="457200" y="457200"/>
            <a:ext cx="364394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2wwWVd4cFl5MWliM1Z1WkdGeWVTMHdMak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5"/>
          <p:cNvSpPr/>
          <p:nvPr/>
        </p:nvSpPr>
        <p:spPr>
          <a:xfrm>
            <a:off x="457200" y="457200"/>
            <a:ext cx="364902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SZmFYUmhiR2xqTFdKdmRXNWtZWEo1TFMwd0xqS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6"/>
          <p:cNvSpPr/>
          <p:nvPr/>
        </p:nvSpPr>
        <p:spPr>
          <a:xfrm>
            <a:off x="457200" y="457200"/>
            <a:ext cx="381381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aV3hrYjNWMExUSTJMV0p2YkdSZmFYUmhiR2xqTFdKdmRXNWtZWEo1TFRBdU1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7"/>
          <p:cNvSpPr/>
          <p:nvPr/>
        </p:nvSpPr>
        <p:spPr>
          <a:xfrm>
            <a:off x="457200" y="457200"/>
            <a:ext cx="38188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2026-10-01T13:20:47Z</dcterms:created>
  <dcterms:modified xsi:type="dcterms:W3CDTF">2026-10-01T13:20:47Z</dcterms:modified>
</cp:coreProperties>
</file>