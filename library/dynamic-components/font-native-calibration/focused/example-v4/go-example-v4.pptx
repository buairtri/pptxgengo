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using the pure Go layout prototype. Editable text. Font metrics and line breaks are predictions; this deck has not been verified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scope: horizontal Latin text, exact font family and real styles. Measurement and generation run without PowerPoint. Native final verification remains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Zm9udC1mYW1pbGllc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nvas:c3R5bGVz"/>
          <p:cNvSpPr/>
          <p:nvPr/>
        </p:nvSpPr>
        <p:spPr>
          <a:xfrm>
            <a:off x="508000" y="1333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Regular. </a:t>
            </a: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Bold. </a:t>
            </a: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Italic. </a:t>
            </a:r>
            <a:r>
              <a:rPr lang="en-US" sz="18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italic.</a:t>
            </a:r>
            <a:endParaRPr lang="en-US" sz="1800" dirty="0"/>
          </a:p>
        </p:txBody>
      </p:sp>
      <p:sp>
        <p:nvSpPr>
          <p:cNvPr id="4" name="canvas:cGxleC1sYWJlbA"/>
          <p:cNvSpPr/>
          <p:nvPr/>
        </p:nvSpPr>
        <p:spPr>
          <a:xfrm>
            <a:off x="508000" y="2032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 / 16 pt</a:t>
            </a:r>
            <a:endParaRPr lang="en-US" sz="1600" dirty="0"/>
          </a:p>
        </p:txBody>
      </p:sp>
      <p:sp>
        <p:nvSpPr>
          <p:cNvPr id="5" name="canvas:YXJpYWwtbGFiZWw"/>
          <p:cNvSpPr/>
          <p:nvPr/>
        </p:nvSpPr>
        <p:spPr>
          <a:xfrm>
            <a:off x="6477000" y="2032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16 pt</a:t>
            </a:r>
            <a:endParaRPr lang="en-US" sz="1600" dirty="0"/>
          </a:p>
        </p:txBody>
      </p:sp>
      <p:sp>
        <p:nvSpPr>
          <p:cNvPr id="6" name="canvas:cGxleC13cmFw"/>
          <p:cNvSpPr/>
          <p:nvPr/>
        </p:nvSpPr>
        <p:spPr>
          <a:xfrm>
            <a:off x="508000" y="2476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words, point size and box width are measured independently for each font. Go computes the line breaks from the selected font.</a:t>
            </a:r>
            <a:endParaRPr lang="en-US" sz="1600" dirty="0"/>
          </a:p>
        </p:txBody>
      </p:sp>
      <p:sp>
        <p:nvSpPr>
          <p:cNvPr id="7" name="canvas:YXJpYWwtd3JhcA"/>
          <p:cNvSpPr/>
          <p:nvPr/>
        </p:nvSpPr>
        <p:spPr>
          <a:xfrm>
            <a:off x="6477000" y="2476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words, point size and box width are measured independently for each font. Go computes the line breaks from the selected font.</a:t>
            </a:r>
            <a:endParaRPr lang="en-US" sz="1600" dirty="0"/>
          </a:p>
        </p:txBody>
      </p:sp>
      <p:sp>
        <p:nvSpPr>
          <p:cNvPr id="8" name="card:cGxleC1jYXJk-surface"/>
          <p:cNvSpPr/>
          <p:nvPr/>
        </p:nvSpPr>
        <p:spPr>
          <a:xfrm>
            <a:off x="508000" y="4191000"/>
            <a:ext cx="5080000" cy="1968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9" name="card:cGxleC1jYXJk-value"/>
          <p:cNvSpPr/>
          <p:nvPr/>
        </p:nvSpPr>
        <p:spPr>
          <a:xfrm>
            <a:off x="660400" y="4445000"/>
            <a:ext cx="4775200" cy="60960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2800" dirty="0"/>
          </a:p>
        </p:txBody>
      </p:sp>
      <p:sp>
        <p:nvSpPr>
          <p:cNvPr id="10" name="card:cGxleC1jYXJk-label"/>
          <p:cNvSpPr/>
          <p:nvPr/>
        </p:nvSpPr>
        <p:spPr>
          <a:xfrm>
            <a:off x="736600" y="5156200"/>
            <a:ext cx="4622800" cy="800100"/>
          </a:xfrm>
          <a:prstGeom prst="rect">
            <a:avLst/>
          </a:prstGeom>
          <a:noFill/>
          <a:ln/>
        </p:spPr>
        <p:txBody>
          <a:bodyPr wrap="square" lIns="50800" tIns="12700" rIns="508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 value in bold; label in regular</a:t>
            </a:r>
            <a:endParaRPr lang="en-US" sz="1200" dirty="0"/>
          </a:p>
        </p:txBody>
      </p:sp>
      <p:sp>
        <p:nvSpPr>
          <p:cNvPr id="11" name="card:YXJpYWwtY2FyZA-surface"/>
          <p:cNvSpPr/>
          <p:nvPr/>
        </p:nvSpPr>
        <p:spPr>
          <a:xfrm>
            <a:off x="6477000" y="4191000"/>
            <a:ext cx="5080000" cy="1968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2" name="card:YXJpYWwtY2FyZA-value"/>
          <p:cNvSpPr/>
          <p:nvPr/>
        </p:nvSpPr>
        <p:spPr>
          <a:xfrm>
            <a:off x="6629400" y="4445000"/>
            <a:ext cx="4775200" cy="60960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2800" dirty="0"/>
          </a:p>
        </p:txBody>
      </p:sp>
      <p:sp>
        <p:nvSpPr>
          <p:cNvPr id="13" name="card:YXJpYWwtY2FyZA-label"/>
          <p:cNvSpPr/>
          <p:nvPr/>
        </p:nvSpPr>
        <p:spPr>
          <a:xfrm>
            <a:off x="6705600" y="5156200"/>
            <a:ext cx="4622800" cy="800100"/>
          </a:xfrm>
          <a:prstGeom prst="rect">
            <a:avLst/>
          </a:prstGeom>
          <a:noFill/>
          <a:ln/>
        </p:spPr>
        <p:txBody>
          <a:bodyPr wrap="square" lIns="50800" tIns="12700" rIns="508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value in bold; label in regular</a:t>
            </a:r>
            <a:endParaRPr lang="en-US" sz="1200" dirty="0"/>
          </a:p>
        </p:txBody>
      </p:sp>
      <p:sp>
        <p:nvSpPr>
          <p:cNvPr id="14" name="slide-title"/>
          <p:cNvSpPr/>
          <p:nvPr/>
        </p:nvSpPr>
        <p:spPr>
          <a:xfrm>
            <a:off x="508000" y="4445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font layout: IBM Plex Sans and Arial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Z28tbGF5b3V0LWNvbnRyb2x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nvas:bWl4ZWQ"/>
          <p:cNvSpPr/>
          <p:nvPr/>
        </p:nvSpPr>
        <p:spPr>
          <a:xfrm>
            <a:off x="508000" y="1397000"/>
            <a:ext cx="1117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Mixed runs: </a:t>
            </a:r>
            <a:r>
              <a:rPr lang="en-US" sz="1800" b="1" dirty="0">
                <a:solidFill>
                  <a:srgbClr val="0047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Plex Mono</a:t>
            </a: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beside italic sans text.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size: 16.5 pt. Paragraph boundaries and font metrics are explicit.</a:t>
            </a:r>
            <a:endParaRPr lang="en-US" sz="1800" dirty="0"/>
          </a:p>
        </p:txBody>
      </p:sp>
      <p:sp>
        <p:nvSpPr>
          <p:cNvPr id="4" name="canvas:YnVsbGV0cw"/>
          <p:cNvSpPr/>
          <p:nvPr/>
        </p:nvSpPr>
        <p:spPr>
          <a:xfrm>
            <a:off x="508000" y="3048000"/>
            <a:ext cx="51435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uses the available width after the left indent and keeps the continuation aligned.</a:t>
            </a:r>
            <a:endParaRPr lang="en-US" sz="1800" dirty="0"/>
          </a:p>
          <a:p>
            <a:pPr algn="l" marL="304800" indent="-2032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 files, selected styles and variable axes are recorded in the report.</a:t>
            </a:r>
            <a:endParaRPr lang="en-US" sz="1800" dirty="0"/>
          </a:p>
        </p:txBody>
      </p:sp>
      <p:sp>
        <p:nvSpPr>
          <p:cNvPr id="5" name="canvas:aGFyZC1icmVha3M"/>
          <p:cNvSpPr/>
          <p:nvPr/>
        </p:nvSpPr>
        <p:spPr>
          <a:xfrm>
            <a:off x="6477000" y="3048000"/>
            <a:ext cx="508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 explicit hard break follows.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This paragraph follows a blank line.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original text remains editable.</a:t>
            </a:r>
            <a:endParaRPr lang="en-US" sz="1600" dirty="0"/>
          </a:p>
        </p:txBody>
      </p:sp>
      <p:sp>
        <p:nvSpPr>
          <p:cNvPr id="6" name="slide-title"/>
          <p:cNvSpPr/>
          <p:nvPr/>
        </p:nvSpPr>
        <p:spPr>
          <a:xfrm>
            <a:off x="508000" y="4445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Mixed fonts, paragraph spacing and bullets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2026-10-01T16:39:12Z</dcterms:created>
  <dcterms:modified xsi:type="dcterms:W3CDTF">2026-10-01T16:39:12Z</dcterms:modified>
</cp:coreProperties>
</file>