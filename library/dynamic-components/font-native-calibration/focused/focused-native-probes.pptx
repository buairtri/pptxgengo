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VzVuYkdVdE1UWXRjM0JoWTJsdVp5MHh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VzVuYkdVdE1UWXRjM0JoWTJsdVp5MHhMakU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VzVuYkdVdE1UWXRjM0JoWTJsdVp5MHhMal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Y0dWa0xURTJMWE53WVdOcGJtY3RNUzR4Tl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203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type makes ideas easier to follow.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NjbUZ3Y0dWa0xURTJMWE53WVdOcGJtY3RNUzQ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203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type makes ideas easier to follow.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phVzVuYkdVdE1qUXRjM0JoWTJsdVp5MHhMal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nhrTFRFMkxYTndZV05wYm1jdE1TNDFJaXdpWTJGdWRtRnpJaXdpYzJGdGNHeGx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BkR0ZzYVdNdE1UWXRjM0JoWTJsdVp5MHhMal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TBaWEp0YVc1aGJDMWhablJsY2kwMk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dZWEpoWjNKaGNHZ3RZV1owWlhJdGIyNXNl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paragraph.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paragraph.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XdZWEpoWjNKaGNHZ3RZbVZtYjNKbExXOXViSGt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1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paragraph.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paragraph.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dVoyeGxMVEUyTFhOd1lXTnBibWN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2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dVoyeGxMVEUyTFhOd1lXTnBibWN0TV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3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dVoyeGxMVEUyTFhOd1lXTnBibWN0TVM0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4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IQmxaQzB4TmkxemNHRmphVzVuTFRF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5"/>
          <p:cNvSpPr/>
          <p:nvPr/>
        </p:nvSpPr>
        <p:spPr>
          <a:xfrm>
            <a:off x="457200" y="457200"/>
            <a:ext cx="203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type makes ideas easier to follow.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DNKaGNIQmxaQzB4TmkxemNHRmphVzVuTFRFdU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6"/>
          <p:cNvSpPr/>
          <p:nvPr/>
        </p:nvSpPr>
        <p:spPr>
          <a:xfrm>
            <a:off x="457200" y="457200"/>
            <a:ext cx="203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type makes ideas easier to follow.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zJsdVoyeGxMVEkwTFhOd1lXTnBibWN0TVM0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7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c1pDMHhOaTF6Y0dGamFXNW5MVEV1Tl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8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VhSaGJHbGpMVEUyTFhOd1lXTnBibWN0TVM0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9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ZEdWeWJXbHVZV3d0WVdaMFpYSXRO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0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0dGeVlXZHlZWEJvTFdGbWRHVnlMVzl1Ykhr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1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paragraph.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paragraph.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0dGeVlXZHlZWEJvTFdKbFptOXlaUzF2Ym14N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2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paragraph.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paragraph.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dVoyeGxMVEUyTFhOd1lXTnBibWN0TV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3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dVoyeGxMVEUyTFhOd1lXTnBibWN0TVM0eE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4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dVoyeGxMVEUyTFhOd1lXTnBibWN0TVM0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5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IQmxaQzB4TmkxemNHRmphVzVuTFRFdU1UV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6"/>
          <p:cNvSpPr/>
          <p:nvPr/>
        </p:nvSpPr>
        <p:spPr>
          <a:xfrm>
            <a:off x="457200" y="457200"/>
            <a:ext cx="203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type makes ideas easier to follow.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DNKaGNIQmxaQzB4TmkxemNHRmphVzVuTFRFdU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7"/>
          <p:cNvSpPr/>
          <p:nvPr/>
        </p:nvSpPr>
        <p:spPr>
          <a:xfrm>
            <a:off x="457200" y="457200"/>
            <a:ext cx="203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type makes ideas easier to follow.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zJsdVoyeGxMVEkwTFhOd1lXTnBibWN0TVM0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8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WW05c1pDMHhOaTF6Y0dGamFXNW5MVEV1TlNJc0ltTmhiblpoY3lJc0luTmhiWEJzWlNK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29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VhSaGJHbGpMVEUyTFhOd1lXTnBibWN0TVM0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0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ZEdWeWJXbHVZV3d0WVdaMFpYSXROaU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1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Agility AV office 0123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0dGeVlXZHlZWEJvTFdGbWRHVnlMVzl1Ykhr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2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paragraph.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paragraph.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0dGeVlXZHlZWEJvTFdKbFptOXlaUzF2Ym14N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3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paragraph.</a:t>
            </a:r>
            <a:endParaRPr lang="en-US" sz="1600" dirty="0"/>
          </a:p>
          <a:p>
            <a:pPr algn="l" indent="0" marL="0">
              <a:lnSpc>
                <a:spcPct val="150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 paragraph.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ZDJsa2RHZ3RNVGMwTGpV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4"/>
          <p:cNvSpPr/>
          <p:nvPr/>
        </p:nvSpPr>
        <p:spPr>
          <a:xfrm>
            <a:off x="457200" y="457200"/>
            <a:ext cx="221678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ZDJsa2RHZ3RNVGMwTGpZ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5"/>
          <p:cNvSpPr/>
          <p:nvPr/>
        </p:nvSpPr>
        <p:spPr>
          <a:xfrm>
            <a:off x="457200" y="457200"/>
            <a:ext cx="221742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ZDJsa2RHZ3RNVGMwTGpZeU5TSXNJbU5oYm5aaGN5SXNJbk5oYlhCc1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6"/>
          <p:cNvSpPr/>
          <p:nvPr/>
        </p:nvSpPr>
        <p:spPr>
          <a:xfrm>
            <a:off x="457200" y="457200"/>
            <a:ext cx="221773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ZDJsa2RHZ3RNVGMwTGpZMU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7"/>
          <p:cNvSpPr/>
          <p:nvPr/>
        </p:nvSpPr>
        <p:spPr>
          <a:xfrm>
            <a:off x="457200" y="457200"/>
            <a:ext cx="221805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ZDJsa2RHZ3RNVGMwTGpjaUxDSmpZVzUyWVhNaUxDSnpZVzF3YkdVaV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8"/>
          <p:cNvSpPr/>
          <p:nvPr/>
        </p:nvSpPr>
        <p:spPr>
          <a:xfrm>
            <a:off x="457200" y="457200"/>
            <a:ext cx="221869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WW05MWJtUmhjbmt0ZDJsa2RHZ3RNakl3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39"/>
          <p:cNvSpPr/>
          <p:nvPr/>
        </p:nvSpPr>
        <p:spPr>
          <a:xfrm>
            <a:off x="457200" y="457200"/>
            <a:ext cx="279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typography plan</a:t>
            </a:r>
            <a:endParaRPr lang="en-US" sz="1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TNhV1IwYUMweU9EVXVOel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0"/>
          <p:cNvSpPr/>
          <p:nvPr/>
        </p:nvSpPr>
        <p:spPr>
          <a:xfrm>
            <a:off x="457200" y="457200"/>
            <a:ext cx="362902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TNhV1IwYUMweU9EVXVPQ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1"/>
          <p:cNvSpPr/>
          <p:nvPr/>
        </p:nvSpPr>
        <p:spPr>
          <a:xfrm>
            <a:off x="457200" y="457200"/>
            <a:ext cx="362966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TNhV1IwYUMweU9EVXVPREkxSWl3aVkyRnVkbUZ6SWl3aWMyRnRjR3hsS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2"/>
          <p:cNvSpPr/>
          <p:nvPr/>
        </p:nvSpPr>
        <p:spPr>
          <a:xfrm>
            <a:off x="457200" y="457200"/>
            <a:ext cx="362997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TNhV1IwYUMweU9EVXVPRF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3"/>
          <p:cNvSpPr/>
          <p:nvPr/>
        </p:nvSpPr>
        <p:spPr>
          <a:xfrm>
            <a:off x="457200" y="457200"/>
            <a:ext cx="3630295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TNhV1IwYUMweU9EVXVPU0lzSW1OaGJuWmhjeUlzSW5OaGJYQnNaU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4"/>
          <p:cNvSpPr/>
          <p:nvPr/>
        </p:nvSpPr>
        <p:spPr>
          <a:xfrm>
            <a:off x="457200" y="457200"/>
            <a:ext cx="363093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liM1Z1WkdGeWVTMTNhV1IwYUMwek16QWlMQ0pqWVc1MllYTWlMQ0p6WVcxd2JHVWlYU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45"/>
          <p:cNvSpPr/>
          <p:nvPr/>
        </p:nvSpPr>
        <p:spPr>
          <a:xfrm>
            <a:off x="457200" y="457200"/>
            <a:ext cx="419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AV office 2027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2026-10-01T16:40:29Z</dcterms:created>
  <dcterms:modified xsi:type="dcterms:W3CDTF">2026-10-01T16:40:29Z</dcterms:modified>
</cp:coreProperties>
</file>