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</p:sldIdLst>
  <p:notesMasterIdLst>
    <p:notesMasterId r:id="rId27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notesMaster" Target="notesMasters/notesMaster1.xml"/><Relationship Id="rId279" Type="http://schemas.openxmlformats.org/officeDocument/2006/relationships/presProps" Target="presProps.xml"/><Relationship Id="rId280" Type="http://schemas.openxmlformats.org/officeDocument/2006/relationships/viewProps" Target="viewProps.xml"/><Relationship Id="rId281" Type="http://schemas.openxmlformats.org/officeDocument/2006/relationships/theme" Target="theme/theme1.xml"/><Relationship Id="rId2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O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hP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l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Hp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NlpTMDB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J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J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Z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VRZ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WpjdU1qVXRjbVZuZFd4aGN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m5KaFkzUnBiMjR0TWpjdU1qVXRZbTlzWk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9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0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1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N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3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4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5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hO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7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8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DMHlOQz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NCaFkybHVa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1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NCaFkybHVaeTB4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NCaFkybHVaeTB4TGp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3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GeVpDMWljbVZoYXkw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4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blank line separates the paragraphs.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final line.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GeVpDMWljbVZoYXkweE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5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trailing hard break follows.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Vd4cFoyNXRaVzUwTFd4bFpu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6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Vd4cFoyNXRaVzUwTFdObGJuUmxj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7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Vd4cFoyNXRaVzUwTFhKcFoyaDB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8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F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59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F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V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1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5Wc2JHVjBMVEV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ldsNFpXUXRjM1I1YkdWek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3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Regular, </a:t>
            </a:r>
            <a:r>
              <a:rPr lang="en-US" sz="20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larger bold, </a:t>
            </a:r>
            <a:r>
              <a:rPr lang="en-US" sz="14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italic, </a:t>
            </a:r>
            <a:r>
              <a:rPr lang="en-US" sz="1600" b="1" i="1" u="sng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italic and underlined text.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ldsNFpXUXRabUZ0YVd4cFpY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4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Sans and mono: </a:t>
            </a:r>
            <a:r>
              <a:rPr lang="en-US" sz="18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measured label </a:t>
            </a:r>
            <a:r>
              <a:rPr lang="en-US" sz="1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beside another family.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Vc1elpYUn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5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Insets reduce the width available for the words inside this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kc5dVp5MTNiM0p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6"/>
          <p:cNvSpPr/>
          <p:nvPr/>
        </p:nvSpPr>
        <p:spPr>
          <a:xfrm>
            <a:off x="457200" y="457200"/>
            <a:ext cx="152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MeasuredTypographyWithoutSpaces_0123456789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0hWdVkzUjFZWFJwYjI0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7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“Flexible layouts” – €123.45 / résumés / field_names.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6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7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O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hP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8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lO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HpNaT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wZEdGc2FX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NlpTMDBNQzFpYjJ4a1gy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9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J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J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ZdU5TMXlaV2QxYkdG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VRZdU5TMWliMnh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WpjdU1qVXRjbVZuZFd4aGNp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m5KaFkzUnBiMjR0TWpjdU1qVXRZbTlzWk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6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7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8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N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0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0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1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2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hOaT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3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4T0R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4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4T0R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5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6TmpBdGNtVm5kV3hoY2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DMHlOQzB6TmpBdFltOXNa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7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NCaFkybHVa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8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NCaFkybHVaeTB4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1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NCaFkybHVaeTB4TGp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GeVpDMWljbVZoYXkw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1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blank line separates the paragraphs.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final line.</a:t>
            </a:r>
            <a:endParaRPr lang="en-US" sz="1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GeVpDMWljbVZoYXkweE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2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trailing hard break follows.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Vd4cFoyNXRaVzUwTFd4bFpu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3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Vd4cFoyNXRaVzUwTFdObGJuUmxj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4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Vd4cFoyNXRaVzUwTFhKcFoyaDB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5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F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6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F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7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V0TVRn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8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5Wc2JHVjBMVEV0TXpZd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2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ldsNFpXUXRjM1I1YkdWek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0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Regular, </a:t>
            </a:r>
            <a:r>
              <a:rPr lang="en-US" sz="20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larger bold, </a:t>
            </a:r>
            <a:r>
              <a:rPr lang="en-US" sz="14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smaller italic, </a:t>
            </a:r>
            <a:r>
              <a:rPr lang="en-US" sz="1600" b="1" i="1" u="sng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bold italic and underlined text.</a:t>
            </a:r>
            <a:endParaRPr lang="en-US" sz="16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ldsNFpXUXRabUZ0YVd4cFpYT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1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Sans and mono: </a:t>
            </a:r>
            <a:r>
              <a:rPr lang="en-US" sz="1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label </a:t>
            </a:r>
            <a:r>
              <a:rPr lang="en-US" sz="1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beside another family.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Vc1elpYUn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2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Insets reduce the width available for the words inside this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kc5dVp5MTNiM0pr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3"/>
          <p:cNvSpPr/>
          <p:nvPr/>
        </p:nvSpPr>
        <p:spPr>
          <a:xfrm>
            <a:off x="457200" y="457200"/>
            <a:ext cx="152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MeasuredTypographyWithoutSpaces_0123456789</a:t>
            </a:r>
            <a:endParaRPr lang="en-US" sz="1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0hWdVkzUjFZWFJwYjI0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4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“Flexible layouts” – €123.45 / résumés / field_names.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d0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3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eU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E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4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4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Mk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FNE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8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JME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5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NeU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3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YSmxaM1ZzWVh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3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XSnZiR1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4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XbDBZV3hwWX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5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WHBsTFRRd0xXSnZiR1JmYVhSaGJHbGp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6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40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NaTQxTFhKbFozVnNZWE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7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NaTQxTFdKdmJH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8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OaTQxTFhKbFozVnNZWEl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69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hOaTQxTFdKdmJH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0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16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lOeTR5TlMxeVpXZDFiR0Z5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1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1jbUZqZEdsdmJpMHlOeTR5TlMxaWIyeGt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2"/>
          <p:cNvSpPr/>
          <p:nvPr/>
        </p:nvSpPr>
        <p:spPr>
          <a:xfrm>
            <a:off x="457200" y="457200"/>
            <a:ext cx="1016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25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font sizes stay explicit.</a:t>
            </a:r>
            <a:endParaRPr lang="en-US" sz="2725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RTR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3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RTR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4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TTJ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5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eUxUTTJ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RTR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7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RTR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8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TTJ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79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FMkxUTTJ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0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16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RTR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1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RTR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2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TTJNQzF5WldkMWJHRnl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3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TFRJMExUTTJNQzFpYjJ4a0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4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typography helps readers follow the argument. Each font needs its own measurements at the chosen size and box width.</a:t>
            </a:r>
            <a:endParaRPr lang="en-US" sz="24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jR0ZqYVc1b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5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jR0ZqYVc1bkxUR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jR0ZqYVc1bkxURXVO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7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spacing remains explicit.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paragraph wraps in this narrow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ZWEprTFdKeVpXRnJ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8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blank line separates the paragraphs.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final line.</a:t>
            </a:r>
            <a:endParaRPr lang="en-US" sz="16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ZWEprTFdKeVpXRnJ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89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trailing hard break follows.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hiR2xuYm0xbGJuUXRiR1ZtZE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0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hiR2xuYm0xbGJuUXRZMlZ1ZEdWe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1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hiR2xuYm0xbGJuUXRjbWxuYUhR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2"/>
          <p:cNvSpPr/>
          <p:nvPr/>
        </p:nvSpPr>
        <p:spPr>
          <a:xfrm>
            <a:off x="457200" y="457200"/>
            <a:ext cx="3048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text wraps into several lines within this fixed width.</a:t>
            </a:r>
            <a:endParaRPr lang="en-US" sz="16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DMHhPR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3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DMHpOak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4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TMHhPR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5"/>
          <p:cNvSpPr/>
          <p:nvPr/>
        </p:nvSpPr>
        <p:spPr>
          <a:xfrm>
            <a:off x="457200" y="457200"/>
            <a:ext cx="228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kV3hzWlhRdE1TMHpOak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6"/>
          <p:cNvSpPr/>
          <p:nvPr/>
        </p:nvSpPr>
        <p:spPr>
          <a:xfrm>
            <a:off x="457200" y="457200"/>
            <a:ext cx="457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032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bullet keeps its continuation aligned with the text after the indent.</a:t>
            </a:r>
            <a:endParaRPr lang="en-US" sz="16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RhWGhsWkMxemRIbHNaWE1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7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Regular, </a:t>
            </a:r>
            <a:r>
              <a:rPr lang="en-US" sz="20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bold, </a:t>
            </a:r>
            <a:r>
              <a:rPr lang="en-US" sz="14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italic, </a:t>
            </a:r>
            <a:r>
              <a:rPr lang="en-US" sz="1600" b="1" i="1" u="sng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italic and underlined text.</a:t>
            </a:r>
            <a:endParaRPr lang="en-US" sz="16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RhWGhsWkMxbVlXMXBiR2xsY3l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8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and mono: </a:t>
            </a: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measured label </a:t>
            </a:r>
            <a:r>
              <a:rPr lang="en-US" sz="1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beside another family.</a:t>
            </a:r>
            <a:endParaRPr lang="en-US" sz="16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Bibk5sZEhN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19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Insets reduce the width available for the words inside this text box.</a:t>
            </a:r>
            <a:endParaRPr lang="en-US" sz="16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NiMjVuTFhkdmNtU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0"/>
          <p:cNvSpPr/>
          <p:nvPr/>
        </p:nvSpPr>
        <p:spPr>
          <a:xfrm>
            <a:off x="457200" y="457200"/>
            <a:ext cx="152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MeasuredTypographyWithoutSpaces_0123456789</a:t>
            </a:r>
            <a:endParaRPr lang="en-US" sz="16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dkVzVqZEhWaGRHbHZi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1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“Flexible layouts” – €123.45 / résumés / field_names.</a:t>
            </a:r>
            <a:endParaRPr lang="en-US" sz="16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2"/>
          <p:cNvSpPr/>
          <p:nvPr/>
        </p:nvSpPr>
        <p:spPr>
          <a:xfrm>
            <a:off x="457200" y="457200"/>
            <a:ext cx="21379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3"/>
          <p:cNvSpPr/>
          <p:nvPr/>
        </p:nvSpPr>
        <p:spPr>
          <a:xfrm>
            <a:off x="457200" y="457200"/>
            <a:ext cx="21487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4"/>
          <p:cNvSpPr/>
          <p:nvPr/>
        </p:nvSpPr>
        <p:spPr>
          <a:xfrm>
            <a:off x="457200" y="457200"/>
            <a:ext cx="21506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5"/>
          <p:cNvSpPr/>
          <p:nvPr/>
        </p:nvSpPr>
        <p:spPr>
          <a:xfrm>
            <a:off x="457200" y="457200"/>
            <a:ext cx="215257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6"/>
          <p:cNvSpPr/>
          <p:nvPr/>
        </p:nvSpPr>
        <p:spPr>
          <a:xfrm>
            <a:off x="457200" y="457200"/>
            <a:ext cx="21633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7"/>
          <p:cNvSpPr/>
          <p:nvPr/>
        </p:nvSpPr>
        <p:spPr>
          <a:xfrm>
            <a:off x="457200" y="457200"/>
            <a:ext cx="22540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8"/>
          <p:cNvSpPr/>
          <p:nvPr/>
        </p:nvSpPr>
        <p:spPr>
          <a:xfrm>
            <a:off x="457200" y="457200"/>
            <a:ext cx="226484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09"/>
          <p:cNvSpPr/>
          <p:nvPr/>
        </p:nvSpPr>
        <p:spPr>
          <a:xfrm>
            <a:off x="457200" y="457200"/>
            <a:ext cx="22667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0"/>
          <p:cNvSpPr/>
          <p:nvPr/>
        </p:nvSpPr>
        <p:spPr>
          <a:xfrm>
            <a:off x="457200" y="457200"/>
            <a:ext cx="226865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1"/>
          <p:cNvSpPr/>
          <p:nvPr/>
        </p:nvSpPr>
        <p:spPr>
          <a:xfrm>
            <a:off x="457200" y="457200"/>
            <a:ext cx="22794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2"/>
          <p:cNvSpPr/>
          <p:nvPr/>
        </p:nvSpPr>
        <p:spPr>
          <a:xfrm>
            <a:off x="457200" y="457200"/>
            <a:ext cx="220444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3"/>
          <p:cNvSpPr/>
          <p:nvPr/>
        </p:nvSpPr>
        <p:spPr>
          <a:xfrm>
            <a:off x="457200" y="457200"/>
            <a:ext cx="221523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4"/>
          <p:cNvSpPr/>
          <p:nvPr/>
        </p:nvSpPr>
        <p:spPr>
          <a:xfrm>
            <a:off x="457200" y="457200"/>
            <a:ext cx="221714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5"/>
          <p:cNvSpPr/>
          <p:nvPr/>
        </p:nvSpPr>
        <p:spPr>
          <a:xfrm>
            <a:off x="457200" y="457200"/>
            <a:ext cx="221904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VRZdU5TMXlaV2QxYkdGeU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6"/>
          <p:cNvSpPr/>
          <p:nvPr/>
        </p:nvSpPr>
        <p:spPr>
          <a:xfrm>
            <a:off x="457200" y="457200"/>
            <a:ext cx="222984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7"/>
          <p:cNvSpPr/>
          <p:nvPr/>
        </p:nvSpPr>
        <p:spPr>
          <a:xfrm>
            <a:off x="457200" y="457200"/>
            <a:ext cx="32129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8"/>
          <p:cNvSpPr/>
          <p:nvPr/>
        </p:nvSpPr>
        <p:spPr>
          <a:xfrm>
            <a:off x="457200" y="457200"/>
            <a:ext cx="322369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19"/>
          <p:cNvSpPr/>
          <p:nvPr/>
        </p:nvSpPr>
        <p:spPr>
          <a:xfrm>
            <a:off x="457200" y="457200"/>
            <a:ext cx="32256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0"/>
          <p:cNvSpPr/>
          <p:nvPr/>
        </p:nvSpPr>
        <p:spPr>
          <a:xfrm>
            <a:off x="457200" y="457200"/>
            <a:ext cx="322750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1"/>
          <p:cNvSpPr/>
          <p:nvPr/>
        </p:nvSpPr>
        <p:spPr>
          <a:xfrm>
            <a:off x="457200" y="457200"/>
            <a:ext cx="323830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2"/>
          <p:cNvSpPr/>
          <p:nvPr/>
        </p:nvSpPr>
        <p:spPr>
          <a:xfrm>
            <a:off x="457200" y="457200"/>
            <a:ext cx="338693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3"/>
          <p:cNvSpPr/>
          <p:nvPr/>
        </p:nvSpPr>
        <p:spPr>
          <a:xfrm>
            <a:off x="457200" y="457200"/>
            <a:ext cx="339772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4"/>
          <p:cNvSpPr/>
          <p:nvPr/>
        </p:nvSpPr>
        <p:spPr>
          <a:xfrm>
            <a:off x="457200" y="457200"/>
            <a:ext cx="339963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5"/>
          <p:cNvSpPr/>
          <p:nvPr/>
        </p:nvSpPr>
        <p:spPr>
          <a:xfrm>
            <a:off x="457200" y="457200"/>
            <a:ext cx="340153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TWpR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6"/>
          <p:cNvSpPr/>
          <p:nvPr/>
        </p:nvSpPr>
        <p:spPr>
          <a:xfrm>
            <a:off x="457200" y="457200"/>
            <a:ext cx="341233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7"/>
          <p:cNvSpPr/>
          <p:nvPr/>
        </p:nvSpPr>
        <p:spPr>
          <a:xfrm>
            <a:off x="457200" y="457200"/>
            <a:ext cx="27896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8"/>
          <p:cNvSpPr/>
          <p:nvPr/>
        </p:nvSpPr>
        <p:spPr>
          <a:xfrm>
            <a:off x="457200" y="457200"/>
            <a:ext cx="280042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29"/>
          <p:cNvSpPr/>
          <p:nvPr/>
        </p:nvSpPr>
        <p:spPr>
          <a:xfrm>
            <a:off x="457200" y="457200"/>
            <a:ext cx="28023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0"/>
          <p:cNvSpPr/>
          <p:nvPr/>
        </p:nvSpPr>
        <p:spPr>
          <a:xfrm>
            <a:off x="457200" y="457200"/>
            <a:ext cx="280423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1"/>
          <p:cNvSpPr/>
          <p:nvPr/>
        </p:nvSpPr>
        <p:spPr>
          <a:xfrm>
            <a:off x="457200" y="457200"/>
            <a:ext cx="28150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2"/>
          <p:cNvSpPr/>
          <p:nvPr/>
        </p:nvSpPr>
        <p:spPr>
          <a:xfrm>
            <a:off x="457200" y="457200"/>
            <a:ext cx="27896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3"/>
          <p:cNvSpPr/>
          <p:nvPr/>
        </p:nvSpPr>
        <p:spPr>
          <a:xfrm>
            <a:off x="457200" y="457200"/>
            <a:ext cx="280042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4"/>
          <p:cNvSpPr/>
          <p:nvPr/>
        </p:nvSpPr>
        <p:spPr>
          <a:xfrm>
            <a:off x="457200" y="457200"/>
            <a:ext cx="28023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5"/>
          <p:cNvSpPr/>
          <p:nvPr/>
        </p:nvSpPr>
        <p:spPr>
          <a:xfrm>
            <a:off x="457200" y="457200"/>
            <a:ext cx="280423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6"/>
          <p:cNvSpPr/>
          <p:nvPr/>
        </p:nvSpPr>
        <p:spPr>
          <a:xfrm>
            <a:off x="457200" y="457200"/>
            <a:ext cx="281503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7"/>
          <p:cNvSpPr/>
          <p:nvPr/>
        </p:nvSpPr>
        <p:spPr>
          <a:xfrm>
            <a:off x="457200" y="457200"/>
            <a:ext cx="28809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8"/>
          <p:cNvSpPr/>
          <p:nvPr/>
        </p:nvSpPr>
        <p:spPr>
          <a:xfrm>
            <a:off x="457200" y="457200"/>
            <a:ext cx="289171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39"/>
          <p:cNvSpPr/>
          <p:nvPr/>
        </p:nvSpPr>
        <p:spPr>
          <a:xfrm>
            <a:off x="457200" y="457200"/>
            <a:ext cx="28936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0"/>
          <p:cNvSpPr/>
          <p:nvPr/>
        </p:nvSpPr>
        <p:spPr>
          <a:xfrm>
            <a:off x="457200" y="457200"/>
            <a:ext cx="289552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VRZdU5TMXlaV2QxYkdGeU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1"/>
          <p:cNvSpPr/>
          <p:nvPr/>
        </p:nvSpPr>
        <p:spPr>
          <a:xfrm>
            <a:off x="457200" y="457200"/>
            <a:ext cx="29063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GFXNTFjeTB4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2"/>
          <p:cNvSpPr/>
          <p:nvPr/>
        </p:nvSpPr>
        <p:spPr>
          <a:xfrm>
            <a:off x="457200" y="457200"/>
            <a:ext cx="41953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GFXNTFjeTB3TGpF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3"/>
          <p:cNvSpPr/>
          <p:nvPr/>
        </p:nvSpPr>
        <p:spPr>
          <a:xfrm>
            <a:off x="457200" y="457200"/>
            <a:ext cx="42061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2JIVnpMVEF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4"/>
          <p:cNvSpPr/>
          <p:nvPr/>
        </p:nvSpPr>
        <p:spPr>
          <a:xfrm>
            <a:off x="457200" y="457200"/>
            <a:ext cx="42080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2JIVnpMVEF1TVRV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5"/>
          <p:cNvSpPr/>
          <p:nvPr/>
        </p:nvSpPr>
        <p:spPr>
          <a:xfrm>
            <a:off x="457200" y="457200"/>
            <a:ext cx="420997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GNtVm5kV3hoY2kxd2JIVnp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6"/>
          <p:cNvSpPr/>
          <p:nvPr/>
        </p:nvSpPr>
        <p:spPr>
          <a:xfrm>
            <a:off x="457200" y="457200"/>
            <a:ext cx="42207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0YVc1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7"/>
          <p:cNvSpPr/>
          <p:nvPr/>
        </p:nvSpPr>
        <p:spPr>
          <a:xfrm>
            <a:off x="457200" y="457200"/>
            <a:ext cx="41953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0YVc1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8"/>
          <p:cNvSpPr/>
          <p:nvPr/>
        </p:nvSpPr>
        <p:spPr>
          <a:xfrm>
            <a:off x="457200" y="457200"/>
            <a:ext cx="42061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3YkhWekxU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49"/>
          <p:cNvSpPr/>
          <p:nvPr/>
        </p:nvSpPr>
        <p:spPr>
          <a:xfrm>
            <a:off x="457200" y="457200"/>
            <a:ext cx="42080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3Ykh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0"/>
          <p:cNvSpPr/>
          <p:nvPr/>
        </p:nvSpPr>
        <p:spPr>
          <a:xfrm>
            <a:off x="457200" y="457200"/>
            <a:ext cx="420997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MWJtUmhjbmt0TWpRdFltOXNaQzF3Ykh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1"/>
          <p:cNvSpPr/>
          <p:nvPr/>
        </p:nvSpPr>
        <p:spPr>
          <a:xfrm>
            <a:off x="457200" y="457200"/>
            <a:ext cx="42207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VzFwYm5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2"/>
          <p:cNvSpPr/>
          <p:nvPr/>
        </p:nvSpPr>
        <p:spPr>
          <a:xfrm>
            <a:off x="457200" y="457200"/>
            <a:ext cx="211276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VzFwYm5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3"/>
          <p:cNvSpPr/>
          <p:nvPr/>
        </p:nvSpPr>
        <p:spPr>
          <a:xfrm>
            <a:off x="457200" y="457200"/>
            <a:ext cx="212355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WEJzZFhNdE1D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4"/>
          <p:cNvSpPr/>
          <p:nvPr/>
        </p:nvSpPr>
        <p:spPr>
          <a:xfrm>
            <a:off x="457200" y="457200"/>
            <a:ext cx="212546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WEJzZFhNdE1DNHhO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5"/>
          <p:cNvSpPr/>
          <p:nvPr/>
        </p:nvSpPr>
        <p:spPr>
          <a:xfrm>
            <a:off x="457200" y="457200"/>
            <a:ext cx="212736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5WldkMWJHRnlMWEJzZFhNdE1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6"/>
          <p:cNvSpPr/>
          <p:nvPr/>
        </p:nvSpPr>
        <p:spPr>
          <a:xfrm>
            <a:off x="457200" y="457200"/>
            <a:ext cx="213816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7"/>
          <p:cNvSpPr/>
          <p:nvPr/>
        </p:nvSpPr>
        <p:spPr>
          <a:xfrm>
            <a:off x="457200" y="457200"/>
            <a:ext cx="22967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8"/>
          <p:cNvSpPr/>
          <p:nvPr/>
        </p:nvSpPr>
        <p:spPr>
          <a:xfrm>
            <a:off x="457200" y="457200"/>
            <a:ext cx="230751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59"/>
          <p:cNvSpPr/>
          <p:nvPr/>
        </p:nvSpPr>
        <p:spPr>
          <a:xfrm>
            <a:off x="457200" y="457200"/>
            <a:ext cx="23094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0"/>
          <p:cNvSpPr/>
          <p:nvPr/>
        </p:nvSpPr>
        <p:spPr>
          <a:xfrm>
            <a:off x="457200" y="457200"/>
            <a:ext cx="231132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FpYjJ4a0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1"/>
          <p:cNvSpPr/>
          <p:nvPr/>
        </p:nvSpPr>
        <p:spPr>
          <a:xfrm>
            <a:off x="457200" y="457200"/>
            <a:ext cx="232211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ldsdWRYTXRN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2"/>
          <p:cNvSpPr/>
          <p:nvPr/>
        </p:nvSpPr>
        <p:spPr>
          <a:xfrm>
            <a:off x="457200" y="457200"/>
            <a:ext cx="21766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ldsdWRYTXRNQzR4Tl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3"/>
          <p:cNvSpPr/>
          <p:nvPr/>
        </p:nvSpPr>
        <p:spPr>
          <a:xfrm>
            <a:off x="457200" y="457200"/>
            <a:ext cx="218745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0d4MWN5MHd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4"/>
          <p:cNvSpPr/>
          <p:nvPr/>
        </p:nvSpPr>
        <p:spPr>
          <a:xfrm>
            <a:off x="457200" y="457200"/>
            <a:ext cx="21893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0d4MWN5MHd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5"/>
          <p:cNvSpPr/>
          <p:nvPr/>
        </p:nvSpPr>
        <p:spPr>
          <a:xfrm>
            <a:off x="457200" y="457200"/>
            <a:ext cx="2191266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hOaTQxTFhKbFozVnNZWEl0Y0d4MWN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6"/>
          <p:cNvSpPr/>
          <p:nvPr/>
        </p:nvSpPr>
        <p:spPr>
          <a:xfrm>
            <a:off x="457200" y="457200"/>
            <a:ext cx="2202061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VzFwYm5WekxUR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7"/>
          <p:cNvSpPr/>
          <p:nvPr/>
        </p:nvSpPr>
        <p:spPr>
          <a:xfrm>
            <a:off x="457200" y="457200"/>
            <a:ext cx="317261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VzFwYm5WekxUQXVNV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8"/>
          <p:cNvSpPr/>
          <p:nvPr/>
        </p:nvSpPr>
        <p:spPr>
          <a:xfrm>
            <a:off x="457200" y="457200"/>
            <a:ext cx="318341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WEJzZFhNdE1D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69"/>
          <p:cNvSpPr/>
          <p:nvPr/>
        </p:nvSpPr>
        <p:spPr>
          <a:xfrm>
            <a:off x="457200" y="457200"/>
            <a:ext cx="318531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WEJzZFhNdE1DNHhO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0"/>
          <p:cNvSpPr/>
          <p:nvPr/>
        </p:nvSpPr>
        <p:spPr>
          <a:xfrm>
            <a:off x="457200" y="457200"/>
            <a:ext cx="3187224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5WldkMWJHRnlMWEJzZFhNdE1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1"/>
          <p:cNvSpPr/>
          <p:nvPr/>
        </p:nvSpPr>
        <p:spPr>
          <a:xfrm>
            <a:off x="457200" y="457200"/>
            <a:ext cx="3198019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XMXBiblZ6TFRF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2"/>
          <p:cNvSpPr/>
          <p:nvPr/>
        </p:nvSpPr>
        <p:spPr>
          <a:xfrm>
            <a:off x="457200" y="457200"/>
            <a:ext cx="34478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XMXBiblZ6TFRB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3"/>
          <p:cNvSpPr/>
          <p:nvPr/>
        </p:nvSpPr>
        <p:spPr>
          <a:xfrm>
            <a:off x="457200" y="457200"/>
            <a:ext cx="345864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YQnNkWE10TU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4"/>
          <p:cNvSpPr/>
          <p:nvPr/>
        </p:nvSpPr>
        <p:spPr>
          <a:xfrm>
            <a:off x="457200" y="457200"/>
            <a:ext cx="34605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YQnNkWE10TU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5"/>
          <p:cNvSpPr/>
          <p:nvPr/>
        </p:nvSpPr>
        <p:spPr>
          <a:xfrm>
            <a:off x="457200" y="457200"/>
            <a:ext cx="3462457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HlOQzFpYjJ4a0xYQnNkWE1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276"/>
          <p:cNvSpPr/>
          <p:nvPr/>
        </p:nvSpPr>
        <p:spPr>
          <a:xfrm>
            <a:off x="457200" y="457200"/>
            <a:ext cx="3473252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typography plan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276</Slides>
  <Notes>276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276</vt:i4>
      </vt:variant>
    </vt:vector>
  </HeadingPairs>
  <TitlesOfParts>
    <vt:vector size="2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2026-10-01T13:20:47Z</dcterms:created>
  <dcterms:modified xsi:type="dcterms:W3CDTF">2026-10-01T13:20:47Z</dcterms:modified>
</cp:coreProperties>
</file>