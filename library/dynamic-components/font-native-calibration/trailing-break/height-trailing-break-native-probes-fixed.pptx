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YTmhibk1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3YkdWNExXMXZibTh0YUdGeVpDMWljbVZoYXkweElpd2lZMkZ1ZG1Geklpd2ljMkZ0Y0d4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oY21saGJDMW9ZWEprTFdKeVpXRnJMVEVpTENKallXNTJZWE1pTENKellXMXd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plan.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trailing hard break follows.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2026-10-01T13:20:47Z</dcterms:created>
  <dcterms:modified xsi:type="dcterms:W3CDTF">2026-10-01T13:20:47Z</dcterms:modified>
</cp:coreProperties>
</file>