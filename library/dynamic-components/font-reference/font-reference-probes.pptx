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slideMasters/slideMaster239.xml" ContentType="application/vnd.openxmlformats-officedocument.presentationml.slideMaster+xml"/>
  <Override PartName="/ppt/slides/slide239.xml" ContentType="application/vnd.openxmlformats-officedocument.presentationml.slide+xml"/>
  <Override PartName="/ppt/slideMasters/slideMaster240.xml" ContentType="application/vnd.openxmlformats-officedocument.presentationml.slideMaster+xml"/>
  <Override PartName="/ppt/slides/slide240.xml" ContentType="application/vnd.openxmlformats-officedocument.presentationml.slide+xml"/>
  <Override PartName="/ppt/slideMasters/slideMaster241.xml" ContentType="application/vnd.openxmlformats-officedocument.presentationml.slideMaster+xml"/>
  <Override PartName="/ppt/slides/slide241.xml" ContentType="application/vnd.openxmlformats-officedocument.presentationml.slide+xml"/>
  <Override PartName="/ppt/slideMasters/slideMaster242.xml" ContentType="application/vnd.openxmlformats-officedocument.presentationml.slideMaster+xml"/>
  <Override PartName="/ppt/slides/slide242.xml" ContentType="application/vnd.openxmlformats-officedocument.presentationml.slide+xml"/>
  <Override PartName="/ppt/slideMasters/slideMaster243.xml" ContentType="application/vnd.openxmlformats-officedocument.presentationml.slideMaster+xml"/>
  <Override PartName="/ppt/slides/slide243.xml" ContentType="application/vnd.openxmlformats-officedocument.presentationml.slide+xml"/>
  <Override PartName="/ppt/slideMasters/slideMaster244.xml" ContentType="application/vnd.openxmlformats-officedocument.presentationml.slideMaster+xml"/>
  <Override PartName="/ppt/slides/slide244.xml" ContentType="application/vnd.openxmlformats-officedocument.presentationml.slide+xml"/>
  <Override PartName="/ppt/slideMasters/slideMaster245.xml" ContentType="application/vnd.openxmlformats-officedocument.presentationml.slideMaster+xml"/>
  <Override PartName="/ppt/slides/slide245.xml" ContentType="application/vnd.openxmlformats-officedocument.presentationml.slide+xml"/>
  <Override PartName="/ppt/slideMasters/slideMaster246.xml" ContentType="application/vnd.openxmlformats-officedocument.presentationml.slideMaster+xml"/>
  <Override PartName="/ppt/slides/slide246.xml" ContentType="application/vnd.openxmlformats-officedocument.presentationml.slide+xml"/>
  <Override PartName="/ppt/slideMasters/slideMaster247.xml" ContentType="application/vnd.openxmlformats-officedocument.presentationml.slideMaster+xml"/>
  <Override PartName="/ppt/slides/slide247.xml" ContentType="application/vnd.openxmlformats-officedocument.presentationml.slide+xml"/>
  <Override PartName="/ppt/slideMasters/slideMaster248.xml" ContentType="application/vnd.openxmlformats-officedocument.presentationml.slideMaster+xml"/>
  <Override PartName="/ppt/slides/slide248.xml" ContentType="application/vnd.openxmlformats-officedocument.presentationml.slide+xml"/>
  <Override PartName="/ppt/slideMasters/slideMaster249.xml" ContentType="application/vnd.openxmlformats-officedocument.presentationml.slideMaster+xml"/>
  <Override PartName="/ppt/slides/slide249.xml" ContentType="application/vnd.openxmlformats-officedocument.presentationml.slide+xml"/>
  <Override PartName="/ppt/slideMasters/slideMaster250.xml" ContentType="application/vnd.openxmlformats-officedocument.presentationml.slideMaster+xml"/>
  <Override PartName="/ppt/slides/slide250.xml" ContentType="application/vnd.openxmlformats-officedocument.presentationml.slide+xml"/>
  <Override PartName="/ppt/slideMasters/slideMaster251.xml" ContentType="application/vnd.openxmlformats-officedocument.presentationml.slideMaster+xml"/>
  <Override PartName="/ppt/slides/slide251.xml" ContentType="application/vnd.openxmlformats-officedocument.presentationml.slide+xml"/>
  <Override PartName="/ppt/slideMasters/slideMaster252.xml" ContentType="application/vnd.openxmlformats-officedocument.presentationml.slideMaster+xml"/>
  <Override PartName="/ppt/slides/slide252.xml" ContentType="application/vnd.openxmlformats-officedocument.presentationml.slide+xml"/>
  <Override PartName="/ppt/slideMasters/slideMaster253.xml" ContentType="application/vnd.openxmlformats-officedocument.presentationml.slideMaster+xml"/>
  <Override PartName="/ppt/slides/slide253.xml" ContentType="application/vnd.openxmlformats-officedocument.presentationml.slide+xml"/>
  <Override PartName="/ppt/slideMasters/slideMaster254.xml" ContentType="application/vnd.openxmlformats-officedocument.presentationml.slideMaster+xml"/>
  <Override PartName="/ppt/slides/slide254.xml" ContentType="application/vnd.openxmlformats-officedocument.presentationml.slide+xml"/>
  <Override PartName="/ppt/slideMasters/slideMaster255.xml" ContentType="application/vnd.openxmlformats-officedocument.presentationml.slideMaster+xml"/>
  <Override PartName="/ppt/slides/slide255.xml" ContentType="application/vnd.openxmlformats-officedocument.presentationml.slide+xml"/>
  <Override PartName="/ppt/slideMasters/slideMaster256.xml" ContentType="application/vnd.openxmlformats-officedocument.presentationml.slideMaster+xml"/>
  <Override PartName="/ppt/slides/slide256.xml" ContentType="application/vnd.openxmlformats-officedocument.presentationml.slide+xml"/>
  <Override PartName="/ppt/slideMasters/slideMaster257.xml" ContentType="application/vnd.openxmlformats-officedocument.presentationml.slideMaster+xml"/>
  <Override PartName="/ppt/slides/slide257.xml" ContentType="application/vnd.openxmlformats-officedocument.presentationml.slide+xml"/>
  <Override PartName="/ppt/slideMasters/slideMaster258.xml" ContentType="application/vnd.openxmlformats-officedocument.presentationml.slideMaster+xml"/>
  <Override PartName="/ppt/slides/slide258.xml" ContentType="application/vnd.openxmlformats-officedocument.presentationml.slide+xml"/>
  <Override PartName="/ppt/slideMasters/slideMaster259.xml" ContentType="application/vnd.openxmlformats-officedocument.presentationml.slideMaster+xml"/>
  <Override PartName="/ppt/slides/slide259.xml" ContentType="application/vnd.openxmlformats-officedocument.presentationml.slide+xml"/>
  <Override PartName="/ppt/slideMasters/slideMaster260.xml" ContentType="application/vnd.openxmlformats-officedocument.presentationml.slideMaster+xml"/>
  <Override PartName="/ppt/slides/slide260.xml" ContentType="application/vnd.openxmlformats-officedocument.presentationml.slide+xml"/>
  <Override PartName="/ppt/slideMasters/slideMaster261.xml" ContentType="application/vnd.openxmlformats-officedocument.presentationml.slideMaster+xml"/>
  <Override PartName="/ppt/slides/slide261.xml" ContentType="application/vnd.openxmlformats-officedocument.presentationml.slide+xml"/>
  <Override PartName="/ppt/slideMasters/slideMaster262.xml" ContentType="application/vnd.openxmlformats-officedocument.presentationml.slideMaster+xml"/>
  <Override PartName="/ppt/slides/slide262.xml" ContentType="application/vnd.openxmlformats-officedocument.presentationml.slide+xml"/>
  <Override PartName="/ppt/slideMasters/slideMaster263.xml" ContentType="application/vnd.openxmlformats-officedocument.presentationml.slideMaster+xml"/>
  <Override PartName="/ppt/slides/slide263.xml" ContentType="application/vnd.openxmlformats-officedocument.presentationml.slide+xml"/>
  <Override PartName="/ppt/slideMasters/slideMaster264.xml" ContentType="application/vnd.openxmlformats-officedocument.presentationml.slideMaster+xml"/>
  <Override PartName="/ppt/slides/slide264.xml" ContentType="application/vnd.openxmlformats-officedocument.presentationml.slide+xml"/>
  <Override PartName="/ppt/slideMasters/slideMaster265.xml" ContentType="application/vnd.openxmlformats-officedocument.presentationml.slideMaster+xml"/>
  <Override PartName="/ppt/slides/slide265.xml" ContentType="application/vnd.openxmlformats-officedocument.presentationml.slide+xml"/>
  <Override PartName="/ppt/slideMasters/slideMaster266.xml" ContentType="application/vnd.openxmlformats-officedocument.presentationml.slideMaster+xml"/>
  <Override PartName="/ppt/slides/slide266.xml" ContentType="application/vnd.openxmlformats-officedocument.presentationml.slide+xml"/>
  <Override PartName="/ppt/slideMasters/slideMaster267.xml" ContentType="application/vnd.openxmlformats-officedocument.presentationml.slideMaster+xml"/>
  <Override PartName="/ppt/slides/slide267.xml" ContentType="application/vnd.openxmlformats-officedocument.presentationml.slide+xml"/>
  <Override PartName="/ppt/slideMasters/slideMaster268.xml" ContentType="application/vnd.openxmlformats-officedocument.presentationml.slideMaster+xml"/>
  <Override PartName="/ppt/slides/slide268.xml" ContentType="application/vnd.openxmlformats-officedocument.presentationml.slide+xml"/>
  <Override PartName="/ppt/slideMasters/slideMaster269.xml" ContentType="application/vnd.openxmlformats-officedocument.presentationml.slideMaster+xml"/>
  <Override PartName="/ppt/slides/slide269.xml" ContentType="application/vnd.openxmlformats-officedocument.presentationml.slide+xml"/>
  <Override PartName="/ppt/slideMasters/slideMaster270.xml" ContentType="application/vnd.openxmlformats-officedocument.presentationml.slideMaster+xml"/>
  <Override PartName="/ppt/slides/slide270.xml" ContentType="application/vnd.openxmlformats-officedocument.presentationml.slide+xml"/>
  <Override PartName="/ppt/slideMasters/slideMaster271.xml" ContentType="application/vnd.openxmlformats-officedocument.presentationml.slideMaster+xml"/>
  <Override PartName="/ppt/slides/slide271.xml" ContentType="application/vnd.openxmlformats-officedocument.presentationml.slide+xml"/>
  <Override PartName="/ppt/slideMasters/slideMaster272.xml" ContentType="application/vnd.openxmlformats-officedocument.presentationml.slideMaster+xml"/>
  <Override PartName="/ppt/slides/slide272.xml" ContentType="application/vnd.openxmlformats-officedocument.presentationml.slide+xml"/>
  <Override PartName="/ppt/slideMasters/slideMaster273.xml" ContentType="application/vnd.openxmlformats-officedocument.presentationml.slideMaster+xml"/>
  <Override PartName="/ppt/slides/slide273.xml" ContentType="application/vnd.openxmlformats-officedocument.presentationml.slide+xml"/>
  <Override PartName="/ppt/slideMasters/slideMaster274.xml" ContentType="application/vnd.openxmlformats-officedocument.presentationml.slideMaster+xml"/>
  <Override PartName="/ppt/slides/slide274.xml" ContentType="application/vnd.openxmlformats-officedocument.presentationml.slide+xml"/>
  <Override PartName="/ppt/slideMasters/slideMaster275.xml" ContentType="application/vnd.openxmlformats-officedocument.presentationml.slideMaster+xml"/>
  <Override PartName="/ppt/slides/slide275.xml" ContentType="application/vnd.openxmlformats-officedocument.presentationml.slide+xml"/>
  <Override PartName="/ppt/slideMasters/slideMaster276.xml" ContentType="application/vnd.openxmlformats-officedocument.presentationml.slideMaster+xml"/>
  <Override PartName="/ppt/slides/slide2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</p:sldIdLst>
  <p:notesMasterIdLst>
    <p:notesMasterId r:id="rId27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slide" Target="slides/slide273.xml"/><Relationship Id="rId275" Type="http://schemas.openxmlformats.org/officeDocument/2006/relationships/slide" Target="slides/slide274.xml"/><Relationship Id="rId276" Type="http://schemas.openxmlformats.org/officeDocument/2006/relationships/slide" Target="slides/slide275.xml"/><Relationship Id="rId277" Type="http://schemas.openxmlformats.org/officeDocument/2006/relationships/slide" Target="slides/slide276.xml"/><Relationship Id="rId278" Type="http://schemas.openxmlformats.org/officeDocument/2006/relationships/notesMaster" Target="notesMasters/notesMaster1.xml"/><Relationship Id="rId279" Type="http://schemas.openxmlformats.org/officeDocument/2006/relationships/presProps" Target="presProps.xml"/><Relationship Id="rId280" Type="http://schemas.openxmlformats.org/officeDocument/2006/relationships/viewProps" Target="viewProps.xml"/><Relationship Id="rId281" Type="http://schemas.openxmlformats.org/officeDocument/2006/relationships/theme" Target="theme/theme1.xml"/><Relationship Id="rId2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_rels/notesSlide2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9.xml"/>
		</Relationships>
</file>

<file path=ppt/notesSlides/_rels/notesSlide2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0.xml"/>
		</Relationships>
</file>

<file path=ppt/notesSlides/_rels/notesSlide2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1.xml"/>
		</Relationships>
</file>

<file path=ppt/notesSlides/_rels/notesSlide2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2.xml"/>
		</Relationships>
</file>

<file path=ppt/notesSlides/_rels/notesSlide2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3.xml"/>
		</Relationships>
</file>

<file path=ppt/notesSlides/_rels/notesSlide2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4.xml"/>
		</Relationships>
</file>

<file path=ppt/notesSlides/_rels/notesSlide2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5.xml"/>
		</Relationships>
</file>

<file path=ppt/notesSlides/_rels/notesSlide2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6.xml"/>
		</Relationships>
</file>

<file path=ppt/notesSlides/_rels/notesSlide2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7.xml"/>
		</Relationships>
</file>

<file path=ppt/notesSlides/_rels/notesSlide2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8.xml"/>
		</Relationships>
</file>

<file path=ppt/notesSlides/_rels/notesSlide2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9.xml"/>
		</Relationships>
</file>

<file path=ppt/notesSlides/_rels/notesSlide2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0.xml"/>
		</Relationships>
</file>

<file path=ppt/notesSlides/_rels/notesSlide2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1.xml"/>
		</Relationships>
</file>

<file path=ppt/notesSlides/_rels/notesSlide2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2.xml"/>
		</Relationships>
</file>

<file path=ppt/notesSlides/_rels/notesSlide2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3.xml"/>
		</Relationships>
</file>

<file path=ppt/notesSlides/_rels/notesSlide2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4.xml"/>
		</Relationships>
</file>

<file path=ppt/notesSlides/_rels/notesSlide2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5.xml"/>
		</Relationships>
</file>

<file path=ppt/notesSlides/_rels/notesSlide2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6.xml"/>
		</Relationships>
</file>

<file path=ppt/notesSlides/_rels/notesSlide2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7.xml"/>
		</Relationships>
</file>

<file path=ppt/notesSlides/_rels/notesSlide2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8.xml"/>
		</Relationships>
</file>

<file path=ppt/notesSlides/_rels/notesSlide2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9.xml"/>
		</Relationships>
</file>

<file path=ppt/notesSlides/_rels/notesSlide2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0.xml"/>
		</Relationships>
</file>

<file path=ppt/notesSlides/_rels/notesSlide2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1.xml"/>
		</Relationships>
</file>

<file path=ppt/notesSlides/_rels/notesSlide2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2.xml"/>
		</Relationships>
</file>

<file path=ppt/notesSlides/_rels/notesSlide2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3.xml"/>
		</Relationships>
</file>

<file path=ppt/notesSlides/_rels/notesSlide2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4.xml"/>
		</Relationships>
</file>

<file path=ppt/notesSlides/_rels/notesSlide2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5.xml"/>
		</Relationships>
</file>

<file path=ppt/notesSlides/_rels/notesSlide2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6.xml"/>
		</Relationships>
</file>

<file path=ppt/notesSlides/_rels/notesSlide2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7.xml"/>
		</Relationships>
</file>

<file path=ppt/notesSlides/_rels/notesSlide2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8.xml"/>
		</Relationships>
</file>

<file path=ppt/notesSlides/_rels/notesSlide2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9.xml"/>
		</Relationships>
</file>

<file path=ppt/notesSlides/_rels/notesSlide2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0.xml"/>
		</Relationships>
</file>

<file path=ppt/notesSlides/_rels/notesSlide2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1.xml"/>
		</Relationships>
</file>

<file path=ppt/notesSlides/_rels/notesSlide2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2.xml"/>
		</Relationships>
</file>

<file path=ppt/notesSlides/_rels/notesSlide2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3.xml"/>
		</Relationships>
</file>

<file path=ppt/notesSlides/_rels/notesSlide2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4.xml"/>
		</Relationships>
</file>

<file path=ppt/notesSlides/_rels/notesSlide2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5.xml"/>
		</Relationships>
</file>

<file path=ppt/notesSlides/_rels/notesSlide2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1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4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1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0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1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2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3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4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5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N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N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NQz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NQz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NaT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NaT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NaT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NaT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O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O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OQz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OQz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OaT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OaT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OaT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OaT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P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P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PQz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PQz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lO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lO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lOQz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lOQz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pNaT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pNaT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pNaT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pNaT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DBN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DBN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DBNQz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DBNQz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m5KaFkzUnBiMjR0TVRJdU5TMXlaV2QxYkdG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Fractional font sizes stay explicit.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m5KaFkzUnBiMjR0TVRJdU5TMWliMnhr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Fractional font sizes stay explicit.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m5KaFkzUnBiMjR0TVRZdU5TMXlaV2QxYkdG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Fractional font sizes stay explicit.</a:t>
            </a:r>
            <a:endParaRPr lang="en-US" sz="1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m5KaFkzUnBiMjR0TVRZdU5TMWliMnhr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Fractional font sizes stay explicit.</a:t>
            </a:r>
            <a:endParaRPr lang="en-US" sz="1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m5KaFkzUnBiMjR0TWpjdU1qVXRjbVZuZFd4aGN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25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Fractional font sizes stay explicit.</a:t>
            </a:r>
            <a:endParaRPr lang="en-US" sz="27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m5KaFkzUnBiMjR0TWpjdU1qVXRZbTlzWk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25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Fractional font sizes stay explicit.</a:t>
            </a:r>
            <a:endParaRPr lang="en-US" sz="27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hNaTB4T0R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9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hNaTB4T0R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0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hNaTB6Tmp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1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hNaTB6Tmp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2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hOaTB4T0R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3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hOaTB4T0R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4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hOaTB6Tmp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5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hOaTB6Tmp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6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lOQzB4T0R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7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lOQzB4T0R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8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lOQzB6Tmp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9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lOQzB6Tmp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0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NCaFkybHVaeTB4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1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Paragraph spacing remains explicit.</a:t>
            </a:r>
            <a:endParaRPr lang="en-US" sz="1600" dirty="0"/>
          </a:p>
          <a:p>
            <a:pPr algn="l" indent="0" marL="0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second paragraph wraps in this narrow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NCaFkybHVaeTB4TGpFM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2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Paragraph spacing remains explicit.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second paragraph wraps in this narrow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NCaFkybHVaeTB4TGpV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3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Paragraph spacing remains explicit.</a:t>
            </a:r>
            <a:endParaRPr lang="en-US" sz="1600" dirty="0"/>
          </a:p>
          <a:p>
            <a:pPr algn="l" indent="0" marL="0">
              <a:lnSpc>
                <a:spcPct val="15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second paragraph wraps in this narrow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GeVpDMWljbVZoYXkwd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4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plan.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blank line separates the paragraphs.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final line.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GeVpDMWljbVZoYXkweE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5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plan.
A trailing hard break follows.
</a:t>
            </a: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Vd4cFoyNXRaVzUwTFd4bFpuU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6"/>
          <p:cNvSpPr/>
          <p:nvPr/>
        </p:nvSpPr>
        <p:spPr>
          <a:xfrm>
            <a:off x="457200" y="457200"/>
            <a:ext cx="3048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Aligned text wraps into several lines within this fixed width.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Vd4cFoyNXRaVzUwTFdObGJuUmxjaU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7"/>
          <p:cNvSpPr/>
          <p:nvPr/>
        </p:nvSpPr>
        <p:spPr>
          <a:xfrm>
            <a:off x="457200" y="457200"/>
            <a:ext cx="3048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Aligned text wraps into several lines within this fixed width.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Vd4cFoyNXRaVzUwTFhKcFoyaDB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8"/>
          <p:cNvSpPr/>
          <p:nvPr/>
        </p:nvSpPr>
        <p:spPr>
          <a:xfrm>
            <a:off x="457200" y="457200"/>
            <a:ext cx="3048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Aligned text wraps into several lines within this fixed width.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5Wc2JHVjBMVEF0TVRnd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9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5Wc2JHVjBMVEF0TXpZd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0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5Wc2JHVjBMVEV0TVRnd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1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5Wc2JHVjBMVEV0TXpZd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2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ldsNFpXUXRjM1I1YkdWek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3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Regular, </a:t>
            </a:r>
            <a:r>
              <a:rPr lang="en-US" sz="20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larger bold, </a:t>
            </a:r>
            <a:r>
              <a:rPr lang="en-US" sz="14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smaller italic, </a:t>
            </a:r>
            <a:r>
              <a:rPr lang="en-US" sz="1600" b="1" i="1" u="sng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bold italic and underlined text.</a:t>
            </a:r>
            <a:endParaRPr lang="en-US" sz="1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ldsNFpXUXRabUZ0YVd4cFpY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4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Sans and mono: </a:t>
            </a:r>
            <a:r>
              <a:rPr lang="en-US" sz="18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measured label </a:t>
            </a:r>
            <a:r>
              <a:rPr lang="en-US" sz="16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beside another family.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Vc1elpYUnp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5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Insets reduce the width available for the words inside this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kc5dVp5MTNiM0pr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6"/>
          <p:cNvSpPr/>
          <p:nvPr/>
        </p:nvSpPr>
        <p:spPr>
          <a:xfrm>
            <a:off x="457200" y="457200"/>
            <a:ext cx="152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MeasuredTypographyWithoutSpaces_0123456789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0hWdVkzUjFZWFJwYjI0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7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“Flexible layouts” – €123.45 / résumés / field_names.</a:t>
            </a:r>
            <a:endParaRPr 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N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N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NQz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NQz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NaT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NaT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NaT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NaT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O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O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OQz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OQz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OaT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OaT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OaT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OaT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P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P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PQz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PQz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lO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lO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lOQz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lOQz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pNaT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pNaT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pNaT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pNaT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DBN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DBN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DBNQz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DBNQz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m5KaFkzUnBiMjR0TVRJdU5TMXlaV2QxYkdG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Fractional font sizes stay explicit.</a:t>
            </a:r>
            <a:endParaRPr lang="en-US" sz="12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m5KaFkzUnBiMjR0TVRJdU5TMWliMnhr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Fractional font sizes stay explicit.</a:t>
            </a:r>
            <a:endParaRPr lang="en-US" sz="12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m5KaFkzUnBiMjR0TVRZdU5TMXlaV2QxYkdG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Fractional font sizes stay explicit.</a:t>
            </a:r>
            <a:endParaRPr lang="en-US" sz="16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m5KaFkzUnBiMjR0TVRZdU5TMWliMnhr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Fractional font sizes stay explicit.</a:t>
            </a:r>
            <a:endParaRPr lang="en-US" sz="16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m5KaFkzUnBiMjR0TWpjdU1qVXRjbVZuZFd4aGN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25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Fractional font sizes stay explicit.</a:t>
            </a:r>
            <a:endParaRPr lang="en-US" sz="2725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m5KaFkzUnBiMjR0TWpjdU1qVXRZbTlzWk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25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Fractional font sizes stay explicit.</a:t>
            </a:r>
            <a:endParaRPr lang="en-US" sz="2725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hNaTB4T0R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6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hNaTB4T0R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7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hNaTB6Tmp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8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hNaTB6Tmp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9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hOaTB4T0R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0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hOaTB4T0R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1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hOaTB6Tmp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2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hOaTB6Tmp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3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lOQzB4T0R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4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lOQzB4T0R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5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lOQzB6Tmp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6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lOQzB6Tmp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7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NCaFkybHVaeTB4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8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Paragraph spacing remains explicit.</a:t>
            </a:r>
            <a:endParaRPr lang="en-US" sz="1600" dirty="0"/>
          </a:p>
          <a:p>
            <a:pPr algn="l" indent="0" marL="0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second paragraph wraps in this narrow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NCaFkybHVaeTB4TGpFM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9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Paragraph spacing remains explicit.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second paragraph wraps in this narrow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NCaFkybHVaeTB4TGpV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20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Paragraph spacing remains explicit.</a:t>
            </a:r>
            <a:endParaRPr lang="en-US" sz="1600" dirty="0"/>
          </a:p>
          <a:p>
            <a:pPr algn="l" indent="0" marL="0">
              <a:lnSpc>
                <a:spcPct val="15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second paragraph wraps in this narrow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GeVpDMWljbVZoYXkwd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21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plan.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blank line separates the paragraphs.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final line.</a:t>
            </a:r>
            <a:endParaRPr lang="en-US" sz="16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GeVpDMWljbVZoYXkweE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22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plan.
A trailing hard break follows.
</a:t>
            </a:r>
            <a:endParaRPr lang="en-US" sz="16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Vd4cFoyNXRaVzUwTFd4bFpuU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23"/>
          <p:cNvSpPr/>
          <p:nvPr/>
        </p:nvSpPr>
        <p:spPr>
          <a:xfrm>
            <a:off x="457200" y="457200"/>
            <a:ext cx="3048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Aligned text wraps into several lines within this fixed width.</a:t>
            </a:r>
            <a:endParaRPr lang="en-US" sz="16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Vd4cFoyNXRaVzUwTFdObGJuUmxjaU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24"/>
          <p:cNvSpPr/>
          <p:nvPr/>
        </p:nvSpPr>
        <p:spPr>
          <a:xfrm>
            <a:off x="457200" y="457200"/>
            <a:ext cx="3048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Aligned text wraps into several lines within this fixed width.</a:t>
            </a:r>
            <a:endParaRPr lang="en-US" sz="16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Vd4cFoyNXRaVzUwTFhKcFoyaDB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25"/>
          <p:cNvSpPr/>
          <p:nvPr/>
        </p:nvSpPr>
        <p:spPr>
          <a:xfrm>
            <a:off x="457200" y="457200"/>
            <a:ext cx="3048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Aligned text wraps into several lines within this fixed width.</a:t>
            </a:r>
            <a:endParaRPr lang="en-US" sz="16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5Wc2JHVjBMVEF0TVRnd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26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5Wc2JHVjBMVEF0TXpZd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27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5Wc2JHVjBMVEV0TVRnd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28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5Wc2JHVjBMVEV0TXpZd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29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ldsNFpXUXRjM1I1YkdWek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30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Regular, </a:t>
            </a:r>
            <a:r>
              <a:rPr lang="en-US" sz="20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larger bold, </a:t>
            </a:r>
            <a:r>
              <a:rPr lang="en-US" sz="14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smaller italic, </a:t>
            </a:r>
            <a:r>
              <a:rPr lang="en-US" sz="1600" b="1" i="1" u="sng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bold italic and underlined text.</a:t>
            </a:r>
            <a:endParaRPr lang="en-US" sz="16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ldsNFpXUXRabUZ0YVd4cFpY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31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Sans and mono: </a:t>
            </a:r>
            <a:r>
              <a:rPr lang="en-US" sz="18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measured label </a:t>
            </a:r>
            <a:r>
              <a:rPr lang="en-US" sz="16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beside another family.</a:t>
            </a:r>
            <a:endParaRPr lang="en-US" sz="16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Vc1elpYUnp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32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Insets reduce the width available for the words inside this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kc5dVp5MTNiM0pr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33"/>
          <p:cNvSpPr/>
          <p:nvPr/>
        </p:nvSpPr>
        <p:spPr>
          <a:xfrm>
            <a:off x="457200" y="457200"/>
            <a:ext cx="152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MeasuredTypographyWithoutSpaces_0123456789</a:t>
            </a:r>
            <a:endParaRPr lang="en-US" sz="16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0hWdVkzUjFZWFJwYjI0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34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“Flexible layouts” – €123.45 / résumés / field_names.</a:t>
            </a:r>
            <a:endParaRPr lang="en-US" sz="16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d0xYSmxaM1ZzWVh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3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d0xXSnZiR1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3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d0xX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3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d0xXSnZiR1JmYVhSaGJHbGp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3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eUxYSmxaM1ZzWVh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3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eUxXSnZiR1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4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eUxX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4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eUxXSnZiR1JmYVhSaGJHbGp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4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MExYSmxaM1ZzWVh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4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MExXSnZiR1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4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MExX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4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MExXSnZiR1JmYVhSaGJHbGp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4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MkxYSmxaM1ZzWVh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4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MkxXSnZiR1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4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MkxX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4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MkxXSnZiR1JmYVhSaGJHbGp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5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NExYSmxaM1ZzWVh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5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NExXSnZiR1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5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NExX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5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NExXSnZiR1JmYVhSaGJHbGp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5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JMExYSmxaM1ZzWVh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5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JMExXSnZiR1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5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JMExX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5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JMExXSnZiR1JmYVhSaGJHbGp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5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NeUxYSmxaM1ZzWVh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5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NeUxXSnZiR1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6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NeUxX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6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NeUxXSnZiR1JmYVhSaGJHbGp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6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Rd0xYSmxaM1ZzWVh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6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Rd0xXSnZiR1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6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Rd0xX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6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Rd0xXSnZiR1JmYVhSaGJHbGp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6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1jbUZqZEdsdmJpMHhNaTQxTFhKbFozVnNZWE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6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font sizes stay explicit.</a:t>
            </a:r>
            <a:endParaRPr lang="en-US" sz="125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1jbUZqZEdsdmJpMHhNaTQxTFdKdmJHU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6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font sizes stay explicit.</a:t>
            </a:r>
            <a:endParaRPr lang="en-US" sz="125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1jbUZqZEdsdmJpMHhOaTQxTFhKbFozVnNZWE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6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font sizes stay explicit.</a:t>
            </a:r>
            <a:endParaRPr lang="en-US" sz="165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1jbUZqZEdsdmJpMHhOaTQxTFdKdmJHU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7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font sizes stay explicit.</a:t>
            </a:r>
            <a:endParaRPr lang="en-US" sz="165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1jbUZqZEdsdmJpMHlOeTR5TlMxeVpXZDFiR0Z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7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25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font sizes stay explicit.</a:t>
            </a:r>
            <a:endParaRPr lang="en-US" sz="2725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1jbUZqZEdsdmJpMHlOeTR5TlMxaWIyeGt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7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25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font sizes stay explicit.</a:t>
            </a:r>
            <a:endParaRPr lang="en-US" sz="2725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FeUxURTRN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73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FeUxURTRN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74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FeUxUTTJN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75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FeUxUTTJN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76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FMkxURTRN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77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FMkxURTRN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78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FMkxUTTJN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79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FMkxUTTJN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80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JMExURTRN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81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JMExURTRN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82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JMExUTTJN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83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JMExUTTJN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84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jR0ZqYVc1bkxUR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85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spacing remains explicit.</a:t>
            </a:r>
            <a:endParaRPr lang="en-US" sz="1600" dirty="0"/>
          </a:p>
          <a:p>
            <a:pPr algn="l" indent="0" marL="0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paragraph wraps in this narrow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jR0ZqYVc1bkxURXVNVF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86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spacing remains explicit.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paragraph wraps in this narrow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jR0ZqYVc1bkxURXVOU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87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spacing remains explicit.</a:t>
            </a:r>
            <a:endParaRPr lang="en-US" sz="1600" dirty="0"/>
          </a:p>
          <a:p>
            <a:pPr algn="l" indent="0" marL="0">
              <a:lnSpc>
                <a:spcPct val="15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paragraph wraps in this narrow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ZWEprTFdKeVpXRnJMVE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88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plan.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blank line separates the paragraphs.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final line.</a:t>
            </a:r>
            <a:endParaRPr lang="en-US" sz="16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ZWEprTFdKeVpXRnJMVE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89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plan.
A trailing hard break follows.
</a:t>
            </a:r>
            <a:endParaRPr lang="en-US" sz="16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hiR2xuYm0xbGJuUXRiR1ZtZE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90"/>
          <p:cNvSpPr/>
          <p:nvPr/>
        </p:nvSpPr>
        <p:spPr>
          <a:xfrm>
            <a:off x="457200" y="457200"/>
            <a:ext cx="3048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text wraps into several lines within this fixed width.</a:t>
            </a:r>
            <a:endParaRPr lang="en-US" sz="16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hiR2xuYm0xbGJuUXRZMlZ1ZEdW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91"/>
          <p:cNvSpPr/>
          <p:nvPr/>
        </p:nvSpPr>
        <p:spPr>
          <a:xfrm>
            <a:off x="457200" y="457200"/>
            <a:ext cx="3048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text wraps into several lines within this fixed width.</a:t>
            </a:r>
            <a:endParaRPr lang="en-US" sz="16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hiR2xuYm0xbGJuUXRjbWxuYUhR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92"/>
          <p:cNvSpPr/>
          <p:nvPr/>
        </p:nvSpPr>
        <p:spPr>
          <a:xfrm>
            <a:off x="457200" y="457200"/>
            <a:ext cx="3048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text wraps into several lines within this fixed width.</a:t>
            </a:r>
            <a:endParaRPr lang="en-US" sz="16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kV3hzWlhRdE1DMHhPRE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93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kV3hzWlhRdE1DMHpOak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94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kV3hzWlhRdE1TMHhPRE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95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kV3hzWlhRdE1TMHpOak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96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RhWGhsWkMxemRIbHNaWE1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97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Regular, </a:t>
            </a:r>
            <a:r>
              <a:rPr lang="en-US" sz="20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bold, </a:t>
            </a:r>
            <a:r>
              <a:rPr lang="en-US" sz="14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italic, </a:t>
            </a:r>
            <a:r>
              <a:rPr lang="en-US" sz="1600" b="1" i="1" u="sng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italic and underlined text.</a:t>
            </a:r>
            <a:endParaRPr lang="en-US" sz="16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RhWGhsWkMxbVlXMXBiR2xsY3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98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and mono: </a:t>
            </a:r>
            <a:r>
              <a:rPr lang="en-US" sz="18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measured label </a:t>
            </a:r>
            <a:r>
              <a:rPr lang="en-US" sz="16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beside another family.</a:t>
            </a:r>
            <a:endParaRPr lang="en-US" sz="16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Bibk5sZEhN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99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Insets reduce the width available for the words inside this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NiMjVuTFhkdmNtU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00"/>
          <p:cNvSpPr/>
          <p:nvPr/>
        </p:nvSpPr>
        <p:spPr>
          <a:xfrm>
            <a:off x="457200" y="457200"/>
            <a:ext cx="152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MeasuredTypographyWithoutSpaces_0123456789</a:t>
            </a:r>
            <a:endParaRPr lang="en-US" sz="16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dkVzVqZEhWaGRHbHZiaU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01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“Flexible layouts” – €123.45 / résumés / field_names.</a:t>
            </a:r>
            <a:endParaRPr lang="en-US" sz="160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GNtVm5kV3hoY2kxdGFXNTFjeTB4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02"/>
          <p:cNvSpPr/>
          <p:nvPr/>
        </p:nvSpPr>
        <p:spPr>
          <a:xfrm>
            <a:off x="457200" y="457200"/>
            <a:ext cx="213796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GNtVm5kV3hoY2kxdGFXNTFjeTB3TGpFM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03"/>
          <p:cNvSpPr/>
          <p:nvPr/>
        </p:nvSpPr>
        <p:spPr>
          <a:xfrm>
            <a:off x="457200" y="457200"/>
            <a:ext cx="214876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GNtVm5kV3hoY2kxd2JIVnpMVE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04"/>
          <p:cNvSpPr/>
          <p:nvPr/>
        </p:nvSpPr>
        <p:spPr>
          <a:xfrm>
            <a:off x="457200" y="457200"/>
            <a:ext cx="215066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GNtVm5kV3hoY2kxd2JIVnpMVEF1TVRV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05"/>
          <p:cNvSpPr/>
          <p:nvPr/>
        </p:nvSpPr>
        <p:spPr>
          <a:xfrm>
            <a:off x="457200" y="457200"/>
            <a:ext cx="215257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GNtVm5kV3hoY2kxd2JIVnpMVE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06"/>
          <p:cNvSpPr/>
          <p:nvPr/>
        </p:nvSpPr>
        <p:spPr>
          <a:xfrm>
            <a:off x="457200" y="457200"/>
            <a:ext cx="216336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FltOXNaQzF0YVc1MWN5MHh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07"/>
          <p:cNvSpPr/>
          <p:nvPr/>
        </p:nvSpPr>
        <p:spPr>
          <a:xfrm>
            <a:off x="457200" y="457200"/>
            <a:ext cx="225405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FltOXNaQzF0YVc1MWN5MHdMakUx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08"/>
          <p:cNvSpPr/>
          <p:nvPr/>
        </p:nvSpPr>
        <p:spPr>
          <a:xfrm>
            <a:off x="457200" y="457200"/>
            <a:ext cx="2264847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FltOXNaQzF3YkhWekxUQ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09"/>
          <p:cNvSpPr/>
          <p:nvPr/>
        </p:nvSpPr>
        <p:spPr>
          <a:xfrm>
            <a:off x="457200" y="457200"/>
            <a:ext cx="226675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FltOXNaQzF3YkhWekxUQXVNVF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10"/>
          <p:cNvSpPr/>
          <p:nvPr/>
        </p:nvSpPr>
        <p:spPr>
          <a:xfrm>
            <a:off x="457200" y="457200"/>
            <a:ext cx="2268657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FltOXNaQzF3YkhWekxUR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11"/>
          <p:cNvSpPr/>
          <p:nvPr/>
        </p:nvSpPr>
        <p:spPr>
          <a:xfrm>
            <a:off x="457200" y="457200"/>
            <a:ext cx="227945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U5TMXlaV2QxYkdGeUxXMXBiblZ6TFRF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12"/>
          <p:cNvSpPr/>
          <p:nvPr/>
        </p:nvSpPr>
        <p:spPr>
          <a:xfrm>
            <a:off x="457200" y="457200"/>
            <a:ext cx="220444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U5TMXlaV2QxYkdGeUxXMXBiblZ6TFRBdU1UV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13"/>
          <p:cNvSpPr/>
          <p:nvPr/>
        </p:nvSpPr>
        <p:spPr>
          <a:xfrm>
            <a:off x="457200" y="457200"/>
            <a:ext cx="2215237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U5TMXlaV2QxYkdGeUxYQnNkWE10T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14"/>
          <p:cNvSpPr/>
          <p:nvPr/>
        </p:nvSpPr>
        <p:spPr>
          <a:xfrm>
            <a:off x="457200" y="457200"/>
            <a:ext cx="221714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U5TMXlaV2QxYkdGeUxYQnNkWE10TUM0eE5T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15"/>
          <p:cNvSpPr/>
          <p:nvPr/>
        </p:nvSpPr>
        <p:spPr>
          <a:xfrm>
            <a:off x="457200" y="457200"/>
            <a:ext cx="2219047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U5TMXlaV2QxYkdGeUxYQnNkWE10TV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16"/>
          <p:cNvSpPr/>
          <p:nvPr/>
        </p:nvSpPr>
        <p:spPr>
          <a:xfrm>
            <a:off x="457200" y="457200"/>
            <a:ext cx="222984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WpRdGNtVm5kV3hoY2kxdGFXNTFjeTB4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17"/>
          <p:cNvSpPr/>
          <p:nvPr/>
        </p:nvSpPr>
        <p:spPr>
          <a:xfrm>
            <a:off x="457200" y="457200"/>
            <a:ext cx="321290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WpRdGNtVm5kV3hoY2kxdGFXNTFjeTB3TGpFM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18"/>
          <p:cNvSpPr/>
          <p:nvPr/>
        </p:nvSpPr>
        <p:spPr>
          <a:xfrm>
            <a:off x="457200" y="457200"/>
            <a:ext cx="3223697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WpRdGNtVm5kV3hoY2kxd2JIVnpMVE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19"/>
          <p:cNvSpPr/>
          <p:nvPr/>
        </p:nvSpPr>
        <p:spPr>
          <a:xfrm>
            <a:off x="457200" y="457200"/>
            <a:ext cx="322560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WpRdGNtVm5kV3hoY2kxd2JIVnpMVEF1TVRV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20"/>
          <p:cNvSpPr/>
          <p:nvPr/>
        </p:nvSpPr>
        <p:spPr>
          <a:xfrm>
            <a:off x="457200" y="457200"/>
            <a:ext cx="3227507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WpRdGNtVm5kV3hoY2kxd2JIVnpMVE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21"/>
          <p:cNvSpPr/>
          <p:nvPr/>
        </p:nvSpPr>
        <p:spPr>
          <a:xfrm>
            <a:off x="457200" y="457200"/>
            <a:ext cx="323830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WpRdFltOXNaQzF0YVc1MWN5MHh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22"/>
          <p:cNvSpPr/>
          <p:nvPr/>
        </p:nvSpPr>
        <p:spPr>
          <a:xfrm>
            <a:off x="457200" y="457200"/>
            <a:ext cx="338693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WpRdFltOXNaQzF0YVc1MWN5MHdMakUx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23"/>
          <p:cNvSpPr/>
          <p:nvPr/>
        </p:nvSpPr>
        <p:spPr>
          <a:xfrm>
            <a:off x="457200" y="457200"/>
            <a:ext cx="339772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WpRdFltOXNaQzF3YkhWekxUQ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24"/>
          <p:cNvSpPr/>
          <p:nvPr/>
        </p:nvSpPr>
        <p:spPr>
          <a:xfrm>
            <a:off x="457200" y="457200"/>
            <a:ext cx="339963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WpRdFltOXNaQzF3YkhWekxUQXVNVF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25"/>
          <p:cNvSpPr/>
          <p:nvPr/>
        </p:nvSpPr>
        <p:spPr>
          <a:xfrm>
            <a:off x="457200" y="457200"/>
            <a:ext cx="340153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WpRdFltOXNaQzF3YkhWekxUR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26"/>
          <p:cNvSpPr/>
          <p:nvPr/>
        </p:nvSpPr>
        <p:spPr>
          <a:xfrm>
            <a:off x="457200" y="457200"/>
            <a:ext cx="341233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GNtVm5kV3hoY2kxdGFXNTFjeTB4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27"/>
          <p:cNvSpPr/>
          <p:nvPr/>
        </p:nvSpPr>
        <p:spPr>
          <a:xfrm>
            <a:off x="457200" y="457200"/>
            <a:ext cx="278963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GNtVm5kV3hoY2kxdGFXNTFjeTB3TGpFM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28"/>
          <p:cNvSpPr/>
          <p:nvPr/>
        </p:nvSpPr>
        <p:spPr>
          <a:xfrm>
            <a:off x="457200" y="457200"/>
            <a:ext cx="2800429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GNtVm5kV3hoY2kxd2JIVnpMVE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29"/>
          <p:cNvSpPr/>
          <p:nvPr/>
        </p:nvSpPr>
        <p:spPr>
          <a:xfrm>
            <a:off x="457200" y="457200"/>
            <a:ext cx="280233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GNtVm5kV3hoY2kxd2JIVnpMVEF1TVRV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30"/>
          <p:cNvSpPr/>
          <p:nvPr/>
        </p:nvSpPr>
        <p:spPr>
          <a:xfrm>
            <a:off x="457200" y="457200"/>
            <a:ext cx="2804239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GNtVm5kV3hoY2kxd2JIVnpMVE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31"/>
          <p:cNvSpPr/>
          <p:nvPr/>
        </p:nvSpPr>
        <p:spPr>
          <a:xfrm>
            <a:off x="457200" y="457200"/>
            <a:ext cx="281503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FltOXNaQzF0YVc1MWN5MHh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32"/>
          <p:cNvSpPr/>
          <p:nvPr/>
        </p:nvSpPr>
        <p:spPr>
          <a:xfrm>
            <a:off x="457200" y="457200"/>
            <a:ext cx="278963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FltOXNaQzF0YVc1MWN5MHdMakUx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33"/>
          <p:cNvSpPr/>
          <p:nvPr/>
        </p:nvSpPr>
        <p:spPr>
          <a:xfrm>
            <a:off x="457200" y="457200"/>
            <a:ext cx="2800429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FltOXNaQzF3YkhWekxUQ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34"/>
          <p:cNvSpPr/>
          <p:nvPr/>
        </p:nvSpPr>
        <p:spPr>
          <a:xfrm>
            <a:off x="457200" y="457200"/>
            <a:ext cx="280233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FltOXNaQzF3YkhWekxUQXVNVF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35"/>
          <p:cNvSpPr/>
          <p:nvPr/>
        </p:nvSpPr>
        <p:spPr>
          <a:xfrm>
            <a:off x="457200" y="457200"/>
            <a:ext cx="2804239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FltOXNaQzF3YkhWekxUR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36"/>
          <p:cNvSpPr/>
          <p:nvPr/>
        </p:nvSpPr>
        <p:spPr>
          <a:xfrm>
            <a:off x="457200" y="457200"/>
            <a:ext cx="281503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U5TMXlaV2QxYkdGeUxXMXBiblZ6TFRF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37"/>
          <p:cNvSpPr/>
          <p:nvPr/>
        </p:nvSpPr>
        <p:spPr>
          <a:xfrm>
            <a:off x="457200" y="457200"/>
            <a:ext cx="288091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U5TMXlaV2QxYkdGeUxXMXBiblZ6TFRBdU1UV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38"/>
          <p:cNvSpPr/>
          <p:nvPr/>
        </p:nvSpPr>
        <p:spPr>
          <a:xfrm>
            <a:off x="457200" y="457200"/>
            <a:ext cx="289171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U5TMXlaV2QxYkdGeUxYQnNkWE10T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39"/>
          <p:cNvSpPr/>
          <p:nvPr/>
        </p:nvSpPr>
        <p:spPr>
          <a:xfrm>
            <a:off x="457200" y="457200"/>
            <a:ext cx="289361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U5TMXlaV2QxYkdGeUxYQnNkWE10TUM0eE5T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40"/>
          <p:cNvSpPr/>
          <p:nvPr/>
        </p:nvSpPr>
        <p:spPr>
          <a:xfrm>
            <a:off x="457200" y="457200"/>
            <a:ext cx="289552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U5TMXlaV2QxYkdGeUxYQnNkWE10TV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41"/>
          <p:cNvSpPr/>
          <p:nvPr/>
        </p:nvSpPr>
        <p:spPr>
          <a:xfrm>
            <a:off x="457200" y="457200"/>
            <a:ext cx="290631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WpRdGNtVm5kV3hoY2kxdGFXNTFjeTB4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42"/>
          <p:cNvSpPr/>
          <p:nvPr/>
        </p:nvSpPr>
        <p:spPr>
          <a:xfrm>
            <a:off x="457200" y="457200"/>
            <a:ext cx="419536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WpRdGNtVm5kV3hoY2kxdGFXNTFjeTB3TGpFM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43"/>
          <p:cNvSpPr/>
          <p:nvPr/>
        </p:nvSpPr>
        <p:spPr>
          <a:xfrm>
            <a:off x="457200" y="457200"/>
            <a:ext cx="420616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WpRdGNtVm5kV3hoY2kxd2JIVnpMVE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44"/>
          <p:cNvSpPr/>
          <p:nvPr/>
        </p:nvSpPr>
        <p:spPr>
          <a:xfrm>
            <a:off x="457200" y="457200"/>
            <a:ext cx="420806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WpRdGNtVm5kV3hoY2kxd2JIVnpMVEF1TVRV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45"/>
          <p:cNvSpPr/>
          <p:nvPr/>
        </p:nvSpPr>
        <p:spPr>
          <a:xfrm>
            <a:off x="457200" y="457200"/>
            <a:ext cx="420997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WpRdGNtVm5kV3hoY2kxd2JIVnpMVE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46"/>
          <p:cNvSpPr/>
          <p:nvPr/>
        </p:nvSpPr>
        <p:spPr>
          <a:xfrm>
            <a:off x="457200" y="457200"/>
            <a:ext cx="422076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WpRdFltOXNaQzF0YVc1MWN5MHh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47"/>
          <p:cNvSpPr/>
          <p:nvPr/>
        </p:nvSpPr>
        <p:spPr>
          <a:xfrm>
            <a:off x="457200" y="457200"/>
            <a:ext cx="419536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WpRdFltOXNaQzF0YVc1MWN5MHdMakUx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48"/>
          <p:cNvSpPr/>
          <p:nvPr/>
        </p:nvSpPr>
        <p:spPr>
          <a:xfrm>
            <a:off x="457200" y="457200"/>
            <a:ext cx="420616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WpRdFltOXNaQzF3YkhWekxUQ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49"/>
          <p:cNvSpPr/>
          <p:nvPr/>
        </p:nvSpPr>
        <p:spPr>
          <a:xfrm>
            <a:off x="457200" y="457200"/>
            <a:ext cx="420806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WpRdFltOXNaQzF3YkhWekxUQXVNVF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50"/>
          <p:cNvSpPr/>
          <p:nvPr/>
        </p:nvSpPr>
        <p:spPr>
          <a:xfrm>
            <a:off x="457200" y="457200"/>
            <a:ext cx="420997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WpRdFltOXNaQzF3YkhWekxUR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51"/>
          <p:cNvSpPr/>
          <p:nvPr/>
        </p:nvSpPr>
        <p:spPr>
          <a:xfrm>
            <a:off x="457200" y="457200"/>
            <a:ext cx="422076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F5WldkMWJHRnlMVzFwYm5WekxUR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52"/>
          <p:cNvSpPr/>
          <p:nvPr/>
        </p:nvSpPr>
        <p:spPr>
          <a:xfrm>
            <a:off x="457200" y="457200"/>
            <a:ext cx="211276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F5WldkMWJHRnlMVzFwYm5WekxUQXVNVF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53"/>
          <p:cNvSpPr/>
          <p:nvPr/>
        </p:nvSpPr>
        <p:spPr>
          <a:xfrm>
            <a:off x="457200" y="457200"/>
            <a:ext cx="2123559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F5WldkMWJHRnlMWEJzZFhNdE1D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54"/>
          <p:cNvSpPr/>
          <p:nvPr/>
        </p:nvSpPr>
        <p:spPr>
          <a:xfrm>
            <a:off x="457200" y="457200"/>
            <a:ext cx="212546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F5WldkMWJHRnlMWEJzZFhNdE1DNHhOU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55"/>
          <p:cNvSpPr/>
          <p:nvPr/>
        </p:nvSpPr>
        <p:spPr>
          <a:xfrm>
            <a:off x="457200" y="457200"/>
            <a:ext cx="2127369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F5WldkMWJHRnlMWEJzZFhNdE1T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56"/>
          <p:cNvSpPr/>
          <p:nvPr/>
        </p:nvSpPr>
        <p:spPr>
          <a:xfrm>
            <a:off x="457200" y="457200"/>
            <a:ext cx="213816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FpYjJ4a0xXMXBiblZ6TFRF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57"/>
          <p:cNvSpPr/>
          <p:nvPr/>
        </p:nvSpPr>
        <p:spPr>
          <a:xfrm>
            <a:off x="457200" y="457200"/>
            <a:ext cx="229671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FpYjJ4a0xXMXBiblZ6TFRBdU1UV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58"/>
          <p:cNvSpPr/>
          <p:nvPr/>
        </p:nvSpPr>
        <p:spPr>
          <a:xfrm>
            <a:off x="457200" y="457200"/>
            <a:ext cx="230751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FpYjJ4a0xYQnNkWE10T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59"/>
          <p:cNvSpPr/>
          <p:nvPr/>
        </p:nvSpPr>
        <p:spPr>
          <a:xfrm>
            <a:off x="457200" y="457200"/>
            <a:ext cx="230941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FpYjJ4a0xYQnNkWE10TUM0eE5T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60"/>
          <p:cNvSpPr/>
          <p:nvPr/>
        </p:nvSpPr>
        <p:spPr>
          <a:xfrm>
            <a:off x="457200" y="457200"/>
            <a:ext cx="231132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FpYjJ4a0xYQnNkWE10TV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61"/>
          <p:cNvSpPr/>
          <p:nvPr/>
        </p:nvSpPr>
        <p:spPr>
          <a:xfrm>
            <a:off x="457200" y="457200"/>
            <a:ext cx="232211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QxTFhKbFozVnNZWEl0YldsdWRYTXRNU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62"/>
          <p:cNvSpPr/>
          <p:nvPr/>
        </p:nvSpPr>
        <p:spPr>
          <a:xfrm>
            <a:off x="457200" y="457200"/>
            <a:ext cx="217666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QxTFhKbFozVnNZWEl0YldsdWRYTXRNQzR4Tl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63"/>
          <p:cNvSpPr/>
          <p:nvPr/>
        </p:nvSpPr>
        <p:spPr>
          <a:xfrm>
            <a:off x="457200" y="457200"/>
            <a:ext cx="218745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QxTFhKbFozVnNZWEl0Y0d4MWN5MHd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64"/>
          <p:cNvSpPr/>
          <p:nvPr/>
        </p:nvSpPr>
        <p:spPr>
          <a:xfrm>
            <a:off x="457200" y="457200"/>
            <a:ext cx="218936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QxTFhKbFozVnNZWEl0Y0d4MWN5MHdMakUx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65"/>
          <p:cNvSpPr/>
          <p:nvPr/>
        </p:nvSpPr>
        <p:spPr>
          <a:xfrm>
            <a:off x="457200" y="457200"/>
            <a:ext cx="219126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QxTFhKbFozVnNZWEl0Y0d4MWN5MHh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66"/>
          <p:cNvSpPr/>
          <p:nvPr/>
        </p:nvSpPr>
        <p:spPr>
          <a:xfrm>
            <a:off x="457200" y="457200"/>
            <a:ext cx="220206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lOQzF5WldkMWJHRnlMVzFwYm5WekxUR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67"/>
          <p:cNvSpPr/>
          <p:nvPr/>
        </p:nvSpPr>
        <p:spPr>
          <a:xfrm>
            <a:off x="457200" y="457200"/>
            <a:ext cx="3172619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lOQzF5WldkMWJHRnlMVzFwYm5WekxUQXVNVF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68"/>
          <p:cNvSpPr/>
          <p:nvPr/>
        </p:nvSpPr>
        <p:spPr>
          <a:xfrm>
            <a:off x="457200" y="457200"/>
            <a:ext cx="318341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lOQzF5WldkMWJHRnlMWEJzZFhNdE1D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69"/>
          <p:cNvSpPr/>
          <p:nvPr/>
        </p:nvSpPr>
        <p:spPr>
          <a:xfrm>
            <a:off x="457200" y="457200"/>
            <a:ext cx="3185319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lOQzF5WldkMWJHRnlMWEJzZFhNdE1DNHhOU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70"/>
          <p:cNvSpPr/>
          <p:nvPr/>
        </p:nvSpPr>
        <p:spPr>
          <a:xfrm>
            <a:off x="457200" y="457200"/>
            <a:ext cx="318722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lOQzF5WldkMWJHRnlMWEJzZFhNdE1T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71"/>
          <p:cNvSpPr/>
          <p:nvPr/>
        </p:nvSpPr>
        <p:spPr>
          <a:xfrm>
            <a:off x="457200" y="457200"/>
            <a:ext cx="3198019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lOQzFpYjJ4a0xXMXBiblZ6TFRF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72"/>
          <p:cNvSpPr/>
          <p:nvPr/>
        </p:nvSpPr>
        <p:spPr>
          <a:xfrm>
            <a:off x="457200" y="457200"/>
            <a:ext cx="344785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lOQzFpYjJ4a0xXMXBiblZ6TFRBdU1UV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73"/>
          <p:cNvSpPr/>
          <p:nvPr/>
        </p:nvSpPr>
        <p:spPr>
          <a:xfrm>
            <a:off x="457200" y="457200"/>
            <a:ext cx="3458647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lOQzFpYjJ4a0xYQnNkWE10T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74"/>
          <p:cNvSpPr/>
          <p:nvPr/>
        </p:nvSpPr>
        <p:spPr>
          <a:xfrm>
            <a:off x="457200" y="457200"/>
            <a:ext cx="346055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lOQzFpYjJ4a0xYQnNkWE10TUM0eE5T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75"/>
          <p:cNvSpPr/>
          <p:nvPr/>
        </p:nvSpPr>
        <p:spPr>
          <a:xfrm>
            <a:off x="457200" y="457200"/>
            <a:ext cx="3462457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lOQzFpYjJ4a0xYQnNkWE10TV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76"/>
          <p:cNvSpPr/>
          <p:nvPr/>
        </p:nvSpPr>
        <p:spPr>
          <a:xfrm>
            <a:off x="457200" y="457200"/>
            <a:ext cx="347325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276</Slides>
  <Notes>276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276</vt:i4>
      </vt:variant>
    </vt:vector>
  </HeadingPairs>
  <TitlesOfParts>
    <vt:vector size="2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  <vt:lpstr>Slide 250</vt:lpstr>
      <vt:lpstr>Slide 251</vt:lpstr>
      <vt:lpstr>Slide 252</vt:lpstr>
      <vt:lpstr>Slide 253</vt:lpstr>
      <vt:lpstr>Slide 254</vt:lpstr>
      <vt:lpstr>Slide 255</vt:lpstr>
      <vt:lpstr>Slide 256</vt:lpstr>
      <vt:lpstr>Slide 257</vt:lpstr>
      <vt:lpstr>Slide 258</vt:lpstr>
      <vt:lpstr>Slide 259</vt:lpstr>
      <vt:lpstr>Slide 260</vt:lpstr>
      <vt:lpstr>Slide 261</vt:lpstr>
      <vt:lpstr>Slide 262</vt:lpstr>
      <vt:lpstr>Slide 263</vt:lpstr>
      <vt:lpstr>Slide 264</vt:lpstr>
      <vt:lpstr>Slide 265</vt:lpstr>
      <vt:lpstr>Slide 266</vt:lpstr>
      <vt:lpstr>Slide 267</vt:lpstr>
      <vt:lpstr>Slide 268</vt:lpstr>
      <vt:lpstr>Slide 269</vt:lpstr>
      <vt:lpstr>Slide 270</vt:lpstr>
      <vt:lpstr>Slide 271</vt:lpstr>
      <vt:lpstr>Slide 272</vt:lpstr>
      <vt:lpstr>Slide 273</vt:lpstr>
      <vt:lpstr>Slide 274</vt:lpstr>
      <vt:lpstr>Slide 275</vt:lpstr>
      <vt:lpstr>Slide 276</vt:lpstr>
    </vt:vector>
  </TitlesOfParts>
  <Company>West Monroe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PowerPoint compositions</dc:title>
  <dc:subject>Illustrative proposal and component examples</dc:subject>
  <dc:creator>pptxgengo</dc:creator>
  <cp:lastModifiedBy>pptxgengo</cp:lastModifiedBy>
  <cp:revision>1</cp:revision>
  <dcterms:created xsi:type="dcterms:W3CDTF">2026-10-01T01:25:59Z</dcterms:created>
  <dcterms:modified xsi:type="dcterms:W3CDTF">2026-10-01T01:25:59Z</dcterms:modified>
</cp:coreProperties>
</file>