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Zm9udC1mYW1pbGllc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:c3R5bGVz"/>
          <p:cNvSpPr/>
          <p:nvPr/>
        </p:nvSpPr>
        <p:spPr>
          <a:xfrm>
            <a:off x="508000" y="13335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Regular. </a:t>
            </a:r>
            <a:r>
              <a:rPr lang="en-US" sz="18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Bold. </a:t>
            </a:r>
            <a:r>
              <a:rPr lang="en-US" sz="18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Italic. </a:t>
            </a:r>
            <a:r>
              <a:rPr lang="en-US" sz="18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Bold italic.</a:t>
            </a:r>
            <a:endParaRPr lang="en-US" sz="1800" dirty="0"/>
          </a:p>
        </p:txBody>
      </p:sp>
      <p:sp>
        <p:nvSpPr>
          <p:cNvPr id="3" name="canvas:cGxleC1sYWJlbA"/>
          <p:cNvSpPr/>
          <p:nvPr/>
        </p:nvSpPr>
        <p:spPr>
          <a:xfrm>
            <a:off x="508000" y="2032000"/>
            <a:ext cx="508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 / 16 pt</a:t>
            </a:r>
            <a:endParaRPr lang="en-US" sz="1600" dirty="0"/>
          </a:p>
        </p:txBody>
      </p:sp>
      <p:sp>
        <p:nvSpPr>
          <p:cNvPr id="4" name="canvas:YXJpYWwtbGFiZWw"/>
          <p:cNvSpPr/>
          <p:nvPr/>
        </p:nvSpPr>
        <p:spPr>
          <a:xfrm>
            <a:off x="6477000" y="2032000"/>
            <a:ext cx="508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/ changed label</a:t>
            </a:r>
            <a:endParaRPr lang="en-US" sz="1600" dirty="0"/>
          </a:p>
        </p:txBody>
      </p:sp>
      <p:sp>
        <p:nvSpPr>
          <p:cNvPr id="5" name="canvas:cGxleC13cmFw"/>
          <p:cNvSpPr/>
          <p:nvPr/>
        </p:nvSpPr>
        <p:spPr>
          <a:xfrm>
            <a:off x="508000" y="2476500"/>
            <a:ext cx="508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words, point size and box width are measured independently for each font. PowerPoint determines the line breaks.</a:t>
            </a:r>
            <a:endParaRPr lang="en-US" sz="1600" dirty="0"/>
          </a:p>
        </p:txBody>
      </p:sp>
      <p:sp>
        <p:nvSpPr>
          <p:cNvPr id="6" name="canvas:YXJpYWwtd3JhcA"/>
          <p:cNvSpPr/>
          <p:nvPr/>
        </p:nvSpPr>
        <p:spPr>
          <a:xfrm>
            <a:off x="6477000" y="2476500"/>
            <a:ext cx="508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words, point size and box width are measured independently for each font. PowerPoint determines the line breaks.</a:t>
            </a:r>
            <a:endParaRPr lang="en-US" sz="1600" dirty="0"/>
          </a:p>
        </p:txBody>
      </p:sp>
      <p:sp>
        <p:nvSpPr>
          <p:cNvPr id="7" name="card:cGxleC1jYXJk-surface"/>
          <p:cNvSpPr/>
          <p:nvPr/>
        </p:nvSpPr>
        <p:spPr>
          <a:xfrm>
            <a:off x="508000" y="4191000"/>
            <a:ext cx="5080000" cy="1968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8" name="card:cGxleC1jYXJk-value"/>
          <p:cNvSpPr/>
          <p:nvPr/>
        </p:nvSpPr>
        <p:spPr>
          <a:xfrm>
            <a:off x="660400" y="4445000"/>
            <a:ext cx="4775200" cy="609600"/>
          </a:xfrm>
          <a:prstGeom prst="rect">
            <a:avLst/>
          </a:prstGeom>
          <a:noFill/>
          <a:ln/>
        </p:spPr>
        <p:txBody>
          <a:bodyPr wrap="square" lIns="25400" tIns="12700" rIns="25400" bIns="127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</a:t>
            </a:r>
            <a:endParaRPr lang="en-US" sz="2800" dirty="0"/>
          </a:p>
        </p:txBody>
      </p:sp>
      <p:sp>
        <p:nvSpPr>
          <p:cNvPr id="9" name="card:cGxleC1jYXJk-label"/>
          <p:cNvSpPr/>
          <p:nvPr/>
        </p:nvSpPr>
        <p:spPr>
          <a:xfrm>
            <a:off x="736600" y="5156200"/>
            <a:ext cx="4622800" cy="800100"/>
          </a:xfrm>
          <a:prstGeom prst="rect">
            <a:avLst/>
          </a:prstGeom>
          <a:noFill/>
          <a:ln/>
        </p:spPr>
        <p:txBody>
          <a:bodyPr wrap="square" lIns="50800" tIns="12700" rIns="50800" bIns="127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Card value in bold; label in regular</a:t>
            </a:r>
            <a:endParaRPr lang="en-US" sz="1200" dirty="0"/>
          </a:p>
        </p:txBody>
      </p:sp>
      <p:sp>
        <p:nvSpPr>
          <p:cNvPr id="10" name="card:YXJpYWwtY2FyZA-surface"/>
          <p:cNvSpPr/>
          <p:nvPr/>
        </p:nvSpPr>
        <p:spPr>
          <a:xfrm>
            <a:off x="6477000" y="4191000"/>
            <a:ext cx="5080000" cy="196850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11" name="card:YXJpYWwtY2FyZA-value"/>
          <p:cNvSpPr/>
          <p:nvPr/>
        </p:nvSpPr>
        <p:spPr>
          <a:xfrm>
            <a:off x="6629400" y="4445000"/>
            <a:ext cx="4775200" cy="609600"/>
          </a:xfrm>
          <a:prstGeom prst="rect">
            <a:avLst/>
          </a:prstGeom>
          <a:noFill/>
          <a:ln/>
        </p:spPr>
        <p:txBody>
          <a:bodyPr wrap="square" lIns="25400" tIns="12700" rIns="25400" bIns="127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</a:t>
            </a:r>
            <a:endParaRPr lang="en-US" sz="2800" dirty="0"/>
          </a:p>
        </p:txBody>
      </p:sp>
      <p:sp>
        <p:nvSpPr>
          <p:cNvPr id="12" name="card:YXJpYWwtY2FyZA-label"/>
          <p:cNvSpPr/>
          <p:nvPr/>
        </p:nvSpPr>
        <p:spPr>
          <a:xfrm>
            <a:off x="6705600" y="5156200"/>
            <a:ext cx="4622800" cy="800100"/>
          </a:xfrm>
          <a:prstGeom prst="rect">
            <a:avLst/>
          </a:prstGeom>
          <a:noFill/>
          <a:ln/>
        </p:spPr>
        <p:txBody>
          <a:bodyPr wrap="square" lIns="50800" tIns="12700" rIns="50800" bIns="127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value in bold; label in regular</a:t>
            </a:r>
            <a:endParaRPr lang="en-US" sz="1200" dirty="0"/>
          </a:p>
        </p:txBody>
      </p:sp>
      <p:sp>
        <p:nvSpPr>
          <p:cNvPr id="13" name="slide-title"/>
          <p:cNvSpPr/>
          <p:nvPr/>
        </p:nvSpPr>
        <p:spPr>
          <a:xfrm>
            <a:off x="508000" y="444500"/>
            <a:ext cx="1117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Sans: editable, measured typography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West Monroe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PowerPoint compositions</dc:title>
  <dc:subject>Illustrative proposal and component examples</dc:subject>
  <dc:creator>pptxgengo</dc:creator>
  <cp:lastModifiedBy>pptxgengo</cp:lastModifiedBy>
  <cp:revision>1</cp:revision>
  <dcterms:created xsi:type="dcterms:W3CDTF">2026-09-30T22:44:01Z</dcterms:created>
  <dcterms:modified xsi:type="dcterms:W3CDTF">2026-09-30T22:44:01Z</dcterms:modified>
</cp:coreProperties>
</file>