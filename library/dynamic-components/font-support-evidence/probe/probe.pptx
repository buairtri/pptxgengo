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jMnhwWkdWZmRHbDBiR1V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1"/>
          <p:cNvSpPr/>
          <p:nvPr/>
        </p:nvSpPr>
        <p:spPr>
          <a:xfrm>
            <a:off x="457200" y="457200"/>
            <a:ext cx="1117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Sans: editable, measured typography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uQnNaWGd0WTJGeVpDSXNJblpoYkhWbE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2"/>
          <p:cNvSpPr/>
          <p:nvPr/>
        </p:nvSpPr>
        <p:spPr>
          <a:xfrm>
            <a:off x="457200" y="457200"/>
            <a:ext cx="47244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uQnNaWGd0WTJGeVpDSXNJbXhoWW1Wc0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3"/>
          <p:cNvSpPr/>
          <p:nvPr/>
        </p:nvSpPr>
        <p:spPr>
          <a:xfrm>
            <a:off x="457200" y="457200"/>
            <a:ext cx="4521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Card value in bold; label in regular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tRnlhV0ZzTFdOaGNtUWlMQ0oyWVd4MVpT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4"/>
          <p:cNvSpPr/>
          <p:nvPr/>
        </p:nvSpPr>
        <p:spPr>
          <a:xfrm>
            <a:off x="457200" y="457200"/>
            <a:ext cx="47244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5WkNJc0ltRnlhV0ZzTFdOaGNtUWlMQ0pzWVdKbGJDSm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5"/>
          <p:cNvSpPr/>
          <p:nvPr/>
        </p:nvSpPr>
        <p:spPr>
          <a:xfrm>
            <a:off x="457200" y="457200"/>
            <a:ext cx="45212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value in bold; label in regular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jM1I1YkdWekls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6"/>
          <p:cNvSpPr/>
          <p:nvPr/>
        </p:nvSpPr>
        <p:spPr>
          <a:xfrm>
            <a:off x="457200" y="457200"/>
            <a:ext cx="11176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Regular. </a:t>
            </a:r>
            <a:r>
              <a:rPr lang="en-US" sz="1800" b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Bold. </a:t>
            </a:r>
            <a:r>
              <a:rPr lang="en-US" sz="1800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Italic. </a:t>
            </a:r>
            <a:r>
              <a:rPr lang="en-US" sz="1800" b="1" i="1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Bold italic.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jR3hsZUMxc1lXSmxiQ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7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Plex Sans / 16 pt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ZWEpwWVd3dGJHRmlaV3dpWF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8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Arial / 16 pt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jR3hsZUMxM2NtRndJb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09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ose:bWVhc3VyZTpXeUptYjI1MExXWmhiV2xzYVdWeklpd2lZMkZ1ZG1Geklpd2lZWEpwWVd3dGQzSmhjQ0p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e-0010"/>
          <p:cNvSpPr/>
          <p:nvPr/>
        </p:nvSpPr>
        <p:spPr>
          <a:xfrm>
            <a:off x="457200" y="457200"/>
            <a:ext cx="508000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701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words, point size and box width are measured independently for each font. PowerPoint determines the line breaks.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West Monroe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PowerPoint compositions</dc:title>
  <dc:subject>Illustrative proposal and component examples</dc:subject>
  <dc:creator>pptxgengo</dc:creator>
  <cp:lastModifiedBy>pptxgengo</cp:lastModifiedBy>
  <cp:revision>1</cp:revision>
  <dcterms:created xsi:type="dcterms:W3CDTF">2026-09-30T22:37:54Z</dcterms:created>
  <dcterms:modified xsi:type="dcterms:W3CDTF">2026-09-30T22:37:54Z</dcterms:modified>
</cp:coreProperties>
</file>