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Zm9udC1mYW1pbGllc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:c3R5bGVz"/>
          <p:cNvSpPr/>
          <p:nvPr/>
        </p:nvSpPr>
        <p:spPr>
          <a:xfrm>
            <a:off x="508000" y="1333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Regular.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Bold. 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Italic. </a:t>
            </a: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italic.</a:t>
            </a:r>
            <a:endParaRPr lang="en-US" sz="1800" dirty="0"/>
          </a:p>
        </p:txBody>
      </p:sp>
      <p:sp>
        <p:nvSpPr>
          <p:cNvPr id="3" name="canvas:cGxleC1sYWJlbA"/>
          <p:cNvSpPr/>
          <p:nvPr/>
        </p:nvSpPr>
        <p:spPr>
          <a:xfrm>
            <a:off x="508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/ 16 pt</a:t>
            </a:r>
            <a:endParaRPr lang="en-US" sz="1600" dirty="0"/>
          </a:p>
        </p:txBody>
      </p:sp>
      <p:sp>
        <p:nvSpPr>
          <p:cNvPr id="4" name="canvas:YXJpYWwtbGFiZWw"/>
          <p:cNvSpPr/>
          <p:nvPr/>
        </p:nvSpPr>
        <p:spPr>
          <a:xfrm>
            <a:off x="6477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16 pt</a:t>
            </a:r>
            <a:endParaRPr lang="en-US" sz="1600" dirty="0"/>
          </a:p>
        </p:txBody>
      </p:sp>
      <p:sp>
        <p:nvSpPr>
          <p:cNvPr id="5" name="canvas:cGxleC13cmFw"/>
          <p:cNvSpPr/>
          <p:nvPr/>
        </p:nvSpPr>
        <p:spPr>
          <a:xfrm>
            <a:off x="508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  <p:sp>
        <p:nvSpPr>
          <p:cNvPr id="6" name="canvas:YXJpYWwtd3JhcA"/>
          <p:cNvSpPr/>
          <p:nvPr/>
        </p:nvSpPr>
        <p:spPr>
          <a:xfrm>
            <a:off x="6477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  <p:sp>
        <p:nvSpPr>
          <p:cNvPr id="7" name="card:cGxleC1jYXJk-surface"/>
          <p:cNvSpPr/>
          <p:nvPr/>
        </p:nvSpPr>
        <p:spPr>
          <a:xfrm>
            <a:off x="508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8" name="card:cGxleC1jYXJk-value"/>
          <p:cNvSpPr/>
          <p:nvPr/>
        </p:nvSpPr>
        <p:spPr>
          <a:xfrm>
            <a:off x="660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800" dirty="0"/>
          </a:p>
        </p:txBody>
      </p:sp>
      <p:sp>
        <p:nvSpPr>
          <p:cNvPr id="9" name="card:cGxleC1jYXJk-label"/>
          <p:cNvSpPr/>
          <p:nvPr/>
        </p:nvSpPr>
        <p:spPr>
          <a:xfrm>
            <a:off x="736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0" name="card:YXJpYWwtY2FyZA-surface"/>
          <p:cNvSpPr/>
          <p:nvPr/>
        </p:nvSpPr>
        <p:spPr>
          <a:xfrm>
            <a:off x="6477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1" name="card:YXJpYWwtY2FyZA-value"/>
          <p:cNvSpPr/>
          <p:nvPr/>
        </p:nvSpPr>
        <p:spPr>
          <a:xfrm>
            <a:off x="6629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800" dirty="0"/>
          </a:p>
        </p:txBody>
      </p:sp>
      <p:sp>
        <p:nvSpPr>
          <p:cNvPr id="12" name="card:YXJpYWwtY2FyZA-label"/>
          <p:cNvSpPr/>
          <p:nvPr/>
        </p:nvSpPr>
        <p:spPr>
          <a:xfrm>
            <a:off x="6705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3" name="slide-title"/>
          <p:cNvSpPr/>
          <p:nvPr/>
        </p:nvSpPr>
        <p:spPr>
          <a:xfrm>
            <a:off x="508000" y="4445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Sans: editable, measured typography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2026-09-30T22:44:42Z</dcterms:created>
  <dcterms:modified xsi:type="dcterms:W3CDTF">2026-09-30T22:44:42Z</dcterms:modified>
</cp:coreProperties>
</file>