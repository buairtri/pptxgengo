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</p:sldIdLst>
  <p:notesMasterIdLst>
    <p:notesMasterId r:id="rId1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notesMaster" Target="notesMasters/notesMaster1.xml"/><Relationship Id="rId120" Type="http://schemas.openxmlformats.org/officeDocument/2006/relationships/presProps" Target="presProps.xml"/><Relationship Id="rId121" Type="http://schemas.openxmlformats.org/officeDocument/2006/relationships/viewProps" Target="viewProps.xml"/><Relationship Id="rId122" Type="http://schemas.openxmlformats.org/officeDocument/2006/relationships/theme" Target="theme/theme1.xml"/><Relationship Id="rId1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UdWc1pHOTFkQzB4TXkxeVpXZDFiR0Z5TFhCaGNtRm5jbUZ3YUN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01"/>
          <p:cNvSpPr/>
          <p:nvPr/>
        </p:nvSpPr>
        <p:spPr>
          <a:xfrm>
            <a:off x="457200" y="457200"/>
            <a:ext cx="279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AV teams turn ideas into clear plans. Typography must fit the available space.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UdWc1pHOTFkQzB4TXkxaWIyeGtMWEJoY21GbmNtRndhQ0lzSW1OaGJuWmhjeUlzSW5OaGJYQnNaU0p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02"/>
          <p:cNvSpPr/>
          <p:nvPr/>
        </p:nvSpPr>
        <p:spPr>
          <a:xfrm>
            <a:off x="457200" y="457200"/>
            <a:ext cx="279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AV teams turn ideas into clear plans. Typography must fit the available space.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UdWc1pHOTFkQzB4TXkxcGRHRnNhV010Y0dGeVlXZHlZWEJvSWl3aVkyRnVkbUZ6SWl3aWMyRnRjR3hsSWw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03"/>
          <p:cNvSpPr/>
          <p:nvPr/>
        </p:nvSpPr>
        <p:spPr>
          <a:xfrm>
            <a:off x="457200" y="457200"/>
            <a:ext cx="279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i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AV teams turn ideas into clear plans. Typography must fit the available space.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UdWc1pHOTFkQzB4TXkxaWIyeGtYMmwwWVd4cFl5MXdZWEpoWjNKaGNHZ2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04"/>
          <p:cNvSpPr/>
          <p:nvPr/>
        </p:nvSpPr>
        <p:spPr>
          <a:xfrm>
            <a:off x="457200" y="457200"/>
            <a:ext cx="279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i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AV teams turn ideas into clear plans. Typography must fit the available space.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UdWc1pHOTFkQzB4TXkxc2IyNW5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05"/>
          <p:cNvSpPr/>
          <p:nvPr/>
        </p:nvSpPr>
        <p:spPr>
          <a:xfrm>
            <a:off x="457200" y="457200"/>
            <a:ext cx="1651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ModernTemplateware_FractionalWidths_2027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UdWc1pHOTFkQzB4TnkxeVpXZDFiR0Z5TFhCaGNtRm5jbUZ3YUN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06"/>
          <p:cNvSpPr/>
          <p:nvPr/>
        </p:nvSpPr>
        <p:spPr>
          <a:xfrm>
            <a:off x="457200" y="457200"/>
            <a:ext cx="279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AV teams turn ideas into clear plans. Typography must fit the available space.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UdWc1pHOTFkQzB4TnkxaWIyeGtMWEJoY21GbmNtRndhQ0lzSW1OaGJuWmhjeUlzSW5OaGJYQnNaU0p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07"/>
          <p:cNvSpPr/>
          <p:nvPr/>
        </p:nvSpPr>
        <p:spPr>
          <a:xfrm>
            <a:off x="457200" y="457200"/>
            <a:ext cx="279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AV teams turn ideas into clear plans. Typography must fit the available space.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UdWc1pHOTFkQzB4TnkxcGRHRnNhV010Y0dGeVlXZHlZWEJvSWl3aVkyRnVkbUZ6SWl3aWMyRnRjR3hsSWw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08"/>
          <p:cNvSpPr/>
          <p:nvPr/>
        </p:nvSpPr>
        <p:spPr>
          <a:xfrm>
            <a:off x="457200" y="457200"/>
            <a:ext cx="279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i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AV teams turn ideas into clear plans. Typography must fit the available space.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UdWc1pHOTFkQzB4TnkxaWIyeGtYMmwwWVd4cFl5MXdZWEpoWjNKaGNHZ2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09"/>
          <p:cNvSpPr/>
          <p:nvPr/>
        </p:nvSpPr>
        <p:spPr>
          <a:xfrm>
            <a:off x="457200" y="457200"/>
            <a:ext cx="279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i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AV teams turn ideas into clear plans. Typography must fit the available space.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UdWc1pHOTFkQzB4Tnkxc2IyNW5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10"/>
          <p:cNvSpPr/>
          <p:nvPr/>
        </p:nvSpPr>
        <p:spPr>
          <a:xfrm>
            <a:off x="457200" y="457200"/>
            <a:ext cx="1651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ModernTemplateware_FractionalWidths_2027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UdWc1pHOTFkQzB5TmkxeVpXZDFiR0Z5TFhCaGNtRm5jbUZ3YUN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11"/>
          <p:cNvSpPr/>
          <p:nvPr/>
        </p:nvSpPr>
        <p:spPr>
          <a:xfrm>
            <a:off x="457200" y="457200"/>
            <a:ext cx="4699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AV teams turn ideas into clear plans. Typography must fit the available space.</a:t>
            </a:r>
            <a:endParaRPr lang="en-US" sz="2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UdWc1pHOTFkQzB5TmkxaWIyeGtMWEJoY21GbmNtRndhQ0lzSW1OaGJuWmhjeUlzSW5OaGJYQnNaU0p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12"/>
          <p:cNvSpPr/>
          <p:nvPr/>
        </p:nvSpPr>
        <p:spPr>
          <a:xfrm>
            <a:off x="457200" y="457200"/>
            <a:ext cx="4699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AV teams turn ideas into clear plans. Typography must fit the available space.</a:t>
            </a:r>
            <a:endParaRPr lang="en-US" sz="2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UdWc1pHOTFkQzB5TmkxcGRHRnNhV010Y0dGeVlXZHlZWEJvSWl3aVkyRnVkbUZ6SWl3aWMyRnRjR3hsSWw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13"/>
          <p:cNvSpPr/>
          <p:nvPr/>
        </p:nvSpPr>
        <p:spPr>
          <a:xfrm>
            <a:off x="457200" y="457200"/>
            <a:ext cx="4699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i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AV teams turn ideas into clear plans. Typography must fit the available space.</a:t>
            </a:r>
            <a:endParaRPr lang="en-US" sz="2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UdWc1pHOTFkQzB5TmkxaWIyeGtYMmwwWVd4cFl5MXdZWEpoWjNKaGNHZ2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14"/>
          <p:cNvSpPr/>
          <p:nvPr/>
        </p:nvSpPr>
        <p:spPr>
          <a:xfrm>
            <a:off x="457200" y="457200"/>
            <a:ext cx="4699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i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AV teams turn ideas into clear plans. Typography must fit the available space.</a:t>
            </a:r>
            <a:endParaRPr lang="en-US" sz="2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UdWc1pHOTFkQzB5Tmkxc2IyNW5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15"/>
          <p:cNvSpPr/>
          <p:nvPr/>
        </p:nvSpPr>
        <p:spPr>
          <a:xfrm>
            <a:off x="457200" y="457200"/>
            <a:ext cx="1651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ModernTemplateware_FractionalWidths_2027</a:t>
            </a:r>
            <a:endParaRPr lang="en-US" sz="2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UdWc1pHOTFkQzB4TXkxeVpXZDFiR0Z5TFhCaGNtRm5jbUZ3YUN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16"/>
          <p:cNvSpPr/>
          <p:nvPr/>
        </p:nvSpPr>
        <p:spPr>
          <a:xfrm>
            <a:off x="457200" y="457200"/>
            <a:ext cx="279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AV teams turn ideas into clear plans. Typography must fit the available space.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UdWc1pHOTFkQzB4TXkxaWIyeGtMWEJoY21GbmNtRndhQ0lzSW1OaGJuWmhjeUlzSW5OaGJYQnNaU0p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17"/>
          <p:cNvSpPr/>
          <p:nvPr/>
        </p:nvSpPr>
        <p:spPr>
          <a:xfrm>
            <a:off x="457200" y="457200"/>
            <a:ext cx="279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AV teams turn ideas into clear plans. Typography must fit the available space.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UdWc1pHOTFkQzB4TXkxcGRHRnNhV010Y0dGeVlXZHlZWEJvSWl3aVkyRnVkbUZ6SWl3aWMyRnRjR3hsSWw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18"/>
          <p:cNvSpPr/>
          <p:nvPr/>
        </p:nvSpPr>
        <p:spPr>
          <a:xfrm>
            <a:off x="457200" y="457200"/>
            <a:ext cx="279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i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AV teams turn ideas into clear plans. Typography must fit the available space.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UdWc1pHOTFkQzB4TXkxaWIyeGtYMmwwWVd4cFl5MXdZWEpoWjNKaGNHZ2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19"/>
          <p:cNvSpPr/>
          <p:nvPr/>
        </p:nvSpPr>
        <p:spPr>
          <a:xfrm>
            <a:off x="457200" y="457200"/>
            <a:ext cx="279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i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AV teams turn ideas into clear plans. Typography must fit the available space.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UdWc1pHOTFkQzB4TXkxc2IyNW5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20"/>
          <p:cNvSpPr/>
          <p:nvPr/>
        </p:nvSpPr>
        <p:spPr>
          <a:xfrm>
            <a:off x="457200" y="457200"/>
            <a:ext cx="1651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ModernTemplateware_FractionalWidths_2027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UdWc1pHOTFkQzB4TnkxeVpXZDFiR0Z5TFhCaGNtRm5jbUZ3YUN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21"/>
          <p:cNvSpPr/>
          <p:nvPr/>
        </p:nvSpPr>
        <p:spPr>
          <a:xfrm>
            <a:off x="457200" y="457200"/>
            <a:ext cx="279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AV teams turn ideas into clear plans. Typography must fit the available space.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UdWc1pHOTFkQzB4TnkxaWIyeGtMWEJoY21GbmNtRndhQ0lzSW1OaGJuWmhjeUlzSW5OaGJYQnNaU0p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22"/>
          <p:cNvSpPr/>
          <p:nvPr/>
        </p:nvSpPr>
        <p:spPr>
          <a:xfrm>
            <a:off x="457200" y="457200"/>
            <a:ext cx="279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AV teams turn ideas into clear plans. Typography must fit the available space.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UdWc1pHOTFkQzB4TnkxcGRHRnNhV010Y0dGeVlXZHlZWEJvSWl3aVkyRnVkbUZ6SWl3aWMyRnRjR3hsSWw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23"/>
          <p:cNvSpPr/>
          <p:nvPr/>
        </p:nvSpPr>
        <p:spPr>
          <a:xfrm>
            <a:off x="457200" y="457200"/>
            <a:ext cx="279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i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AV teams turn ideas into clear plans. Typography must fit the available space.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UdWc1pHOTFkQzB4TnkxaWIyeGtYMmwwWVd4cFl5MXdZWEpoWjNKaGNHZ2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24"/>
          <p:cNvSpPr/>
          <p:nvPr/>
        </p:nvSpPr>
        <p:spPr>
          <a:xfrm>
            <a:off x="457200" y="457200"/>
            <a:ext cx="279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i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AV teams turn ideas into clear plans. Typography must fit the available space.</a:t>
            </a:r>
            <a:endParaRPr lang="en-US" sz="1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UdWc1pHOTFkQzB4Tnkxc2IyNW5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25"/>
          <p:cNvSpPr/>
          <p:nvPr/>
        </p:nvSpPr>
        <p:spPr>
          <a:xfrm>
            <a:off x="457200" y="457200"/>
            <a:ext cx="1651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ModernTemplateware_FractionalWidths_2027</a:t>
            </a:r>
            <a:endParaRPr lang="en-US" sz="1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UdWc1pHOTFkQzB5TmkxeVpXZDFiR0Z5TFhCaGNtRm5jbUZ3YUN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26"/>
          <p:cNvSpPr/>
          <p:nvPr/>
        </p:nvSpPr>
        <p:spPr>
          <a:xfrm>
            <a:off x="457200" y="457200"/>
            <a:ext cx="4699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AV teams turn ideas into clear plans. Typography must fit the available space.</a:t>
            </a:r>
            <a:endParaRPr lang="en-US" sz="2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UdWc1pHOTFkQzB5TmkxaWIyeGtMWEJoY21GbmNtRndhQ0lzSW1OaGJuWmhjeUlzSW5OaGJYQnNaU0p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27"/>
          <p:cNvSpPr/>
          <p:nvPr/>
        </p:nvSpPr>
        <p:spPr>
          <a:xfrm>
            <a:off x="457200" y="457200"/>
            <a:ext cx="4699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AV teams turn ideas into clear plans. Typography must fit the available space.</a:t>
            </a:r>
            <a:endParaRPr lang="en-US" sz="2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UdWc1pHOTFkQzB5TmkxcGRHRnNhV010Y0dGeVlXZHlZWEJvSWl3aVkyRnVkbUZ6SWl3aWMyRnRjR3hsSWw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28"/>
          <p:cNvSpPr/>
          <p:nvPr/>
        </p:nvSpPr>
        <p:spPr>
          <a:xfrm>
            <a:off x="457200" y="457200"/>
            <a:ext cx="4699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i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AV teams turn ideas into clear plans. Typography must fit the available space.</a:t>
            </a:r>
            <a:endParaRPr lang="en-US" sz="2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UdWc1pHOTFkQzB5TmkxaWIyeGtYMmwwWVd4cFl5MXdZWEpoWjNKaGNHZ2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29"/>
          <p:cNvSpPr/>
          <p:nvPr/>
        </p:nvSpPr>
        <p:spPr>
          <a:xfrm>
            <a:off x="457200" y="457200"/>
            <a:ext cx="4699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i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AV teams turn ideas into clear plans. Typography must fit the available space.</a:t>
            </a:r>
            <a:endParaRPr lang="en-US" sz="2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UdWc1pHOTFkQzB5Tmkxc2IyNW5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30"/>
          <p:cNvSpPr/>
          <p:nvPr/>
        </p:nvSpPr>
        <p:spPr>
          <a:xfrm>
            <a:off x="457200" y="457200"/>
            <a:ext cx="1651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ModernTemplateware_FractionalWidths_2027</a:t>
            </a:r>
            <a:endParaRPr lang="en-US" sz="2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9aV3hrYjNWMExURXpMWEpsWjNWc1lYSXRjR0Z5WVdkeVlYQm9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31"/>
          <p:cNvSpPr/>
          <p:nvPr/>
        </p:nvSpPr>
        <p:spPr>
          <a:xfrm>
            <a:off x="457200" y="457200"/>
            <a:ext cx="279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 teams turn ideas into clear plans. Typography must fit the available space.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9aV3hrYjNWMExURXpMV0p2YkdRdGNHRnlZV2R5WVhCb0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32"/>
          <p:cNvSpPr/>
          <p:nvPr/>
        </p:nvSpPr>
        <p:spPr>
          <a:xfrm>
            <a:off x="457200" y="457200"/>
            <a:ext cx="279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 teams turn ideas into clear plans. Typography must fit the available space.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9aV3hrYjNWMExURXpMV2wwWVd4cFl5MXdZWEpoWjNKaGNHZ2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33"/>
          <p:cNvSpPr/>
          <p:nvPr/>
        </p:nvSpPr>
        <p:spPr>
          <a:xfrm>
            <a:off x="457200" y="457200"/>
            <a:ext cx="279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i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 teams turn ideas into clear plans. Typography must fit the available space.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9aV3hrYjNWMExURXpMV0p2YkdSZmFYUmhiR2xqTFhCaGNtRm5jbUZ3YUN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34"/>
          <p:cNvSpPr/>
          <p:nvPr/>
        </p:nvSpPr>
        <p:spPr>
          <a:xfrm>
            <a:off x="457200" y="457200"/>
            <a:ext cx="279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i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 teams turn ideas into clear plans. Typography must fit the available space.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9aV3hrYjNWMExURXpMV3h2Ym1jaUxDSmpZVzUyWVhNaUxDSnpZVzF3YkdVaVh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35"/>
          <p:cNvSpPr/>
          <p:nvPr/>
        </p:nvSpPr>
        <p:spPr>
          <a:xfrm>
            <a:off x="457200" y="457200"/>
            <a:ext cx="1651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ModernTemplateware_FractionalWidths_2027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9aV3hrYjNWMExURTNMWEpsWjNWc1lYSXRjR0Z5WVdkeVlYQm9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36"/>
          <p:cNvSpPr/>
          <p:nvPr/>
        </p:nvSpPr>
        <p:spPr>
          <a:xfrm>
            <a:off x="457200" y="457200"/>
            <a:ext cx="279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 teams turn ideas into clear plans. Typography must fit the available space.</a:t>
            </a:r>
            <a:endParaRPr lang="en-US" sz="17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9aV3hrYjNWMExURTNMV0p2YkdRdGNHRnlZV2R5WVhCb0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37"/>
          <p:cNvSpPr/>
          <p:nvPr/>
        </p:nvSpPr>
        <p:spPr>
          <a:xfrm>
            <a:off x="457200" y="457200"/>
            <a:ext cx="279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 teams turn ideas into clear plans. Typography must fit the available space.</a:t>
            </a:r>
            <a:endParaRPr lang="en-US" sz="17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9aV3hrYjNWMExURTNMV2wwWVd4cFl5MXdZWEpoWjNKaGNHZ2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38"/>
          <p:cNvSpPr/>
          <p:nvPr/>
        </p:nvSpPr>
        <p:spPr>
          <a:xfrm>
            <a:off x="457200" y="457200"/>
            <a:ext cx="279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i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 teams turn ideas into clear plans. Typography must fit the available space.</a:t>
            </a:r>
            <a:endParaRPr lang="en-US" sz="17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9aV3hrYjNWMExURTNMV0p2YkdSZmFYUmhiR2xqTFhCaGNtRm5jbUZ3YUN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39"/>
          <p:cNvSpPr/>
          <p:nvPr/>
        </p:nvSpPr>
        <p:spPr>
          <a:xfrm>
            <a:off x="457200" y="457200"/>
            <a:ext cx="279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i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 teams turn ideas into clear plans. Typography must fit the available space.</a:t>
            </a:r>
            <a:endParaRPr lang="en-US" sz="17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9aV3hrYjNWMExURTNMV3h2Ym1jaUxDSmpZVzUyWVhNaUxDSnpZVzF3YkdVaVh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40"/>
          <p:cNvSpPr/>
          <p:nvPr/>
        </p:nvSpPr>
        <p:spPr>
          <a:xfrm>
            <a:off x="457200" y="457200"/>
            <a:ext cx="1651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ModernTemplateware_FractionalWidths_2027</a:t>
            </a:r>
            <a:endParaRPr lang="en-US" sz="17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9aV3hrYjNWMExUSTJMWEpsWjNWc1lYSXRjR0Z5WVdkeVlYQm9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41"/>
          <p:cNvSpPr/>
          <p:nvPr/>
        </p:nvSpPr>
        <p:spPr>
          <a:xfrm>
            <a:off x="457200" y="457200"/>
            <a:ext cx="4699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 teams turn ideas into clear plans. Typography must fit the available space.</a:t>
            </a:r>
            <a:endParaRPr lang="en-US" sz="26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9aV3hrYjNWMExUSTJMV0p2YkdRdGNHRnlZV2R5WVhCb0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42"/>
          <p:cNvSpPr/>
          <p:nvPr/>
        </p:nvSpPr>
        <p:spPr>
          <a:xfrm>
            <a:off x="457200" y="457200"/>
            <a:ext cx="4699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 teams turn ideas into clear plans. Typography must fit the available space.</a:t>
            </a:r>
            <a:endParaRPr lang="en-US" sz="26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9aV3hrYjNWMExUSTJMV2wwWVd4cFl5MXdZWEpoWjNKaGNHZ2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43"/>
          <p:cNvSpPr/>
          <p:nvPr/>
        </p:nvSpPr>
        <p:spPr>
          <a:xfrm>
            <a:off x="457200" y="457200"/>
            <a:ext cx="4699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i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 teams turn ideas into clear plans. Typography must fit the available space.</a:t>
            </a:r>
            <a:endParaRPr lang="en-US" sz="26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9aV3hrYjNWMExUSTJMV0p2YkdSZmFYUmhiR2xqTFhCaGNtRm5jbUZ3YUN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44"/>
          <p:cNvSpPr/>
          <p:nvPr/>
        </p:nvSpPr>
        <p:spPr>
          <a:xfrm>
            <a:off x="457200" y="457200"/>
            <a:ext cx="4699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i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 teams turn ideas into clear plans. Typography must fit the available space.</a:t>
            </a:r>
            <a:endParaRPr lang="en-US" sz="26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9aV3hrYjNWMExUSTJMV3h2Ym1jaUxDSmpZVzUyWVhNaUxDSnpZVzF3YkdVaVh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45"/>
          <p:cNvSpPr/>
          <p:nvPr/>
        </p:nvSpPr>
        <p:spPr>
          <a:xfrm>
            <a:off x="457200" y="457200"/>
            <a:ext cx="1651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ModernTemplateware_FractionalWidths_2027</a:t>
            </a:r>
            <a:endParaRPr lang="en-US" sz="26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UdWc1pHOTFkQzB4TXkxeVpXZDFiR0Z5TFdKdmRXNWtZWEo1TFMwd0xqS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46"/>
          <p:cNvSpPr/>
          <p:nvPr/>
        </p:nvSpPr>
        <p:spPr>
          <a:xfrm>
            <a:off x="457200" y="457200"/>
            <a:ext cx="1829435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Roadmap AV office 2027</a:t>
            </a:r>
            <a:endParaRPr lang="en-US" sz="13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UdWc1pHOTFkQzB4TXkxeVpXZDFiR0Z5TFdKdmRXNWtZWEo1TFRBdU1pSXNJbU5oYm5aaGN5SXNJbk5oYlhCc1pTSm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47"/>
          <p:cNvSpPr/>
          <p:nvPr/>
        </p:nvSpPr>
        <p:spPr>
          <a:xfrm>
            <a:off x="457200" y="457200"/>
            <a:ext cx="1834515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Roadmap AV office 2027</a:t>
            </a:r>
            <a:endParaRPr lang="en-US" sz="13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UdWc1pHOTFkQzB4TXkxaWIyeGtMV0p2ZFc1a1lYSjVMUzB3TGpJaUxDSmpZVzUyWVhNaUxDSnpZVzF3YkdVaVh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48"/>
          <p:cNvSpPr/>
          <p:nvPr/>
        </p:nvSpPr>
        <p:spPr>
          <a:xfrm>
            <a:off x="457200" y="457200"/>
            <a:ext cx="189611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Roadmap AV office 2027</a:t>
            </a:r>
            <a:endParaRPr lang="en-US" sz="13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UdWc1pHOTFkQzB4TXkxaWIyeGtMV0p2ZFc1a1lYSjVMVEF1TW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49"/>
          <p:cNvSpPr/>
          <p:nvPr/>
        </p:nvSpPr>
        <p:spPr>
          <a:xfrm>
            <a:off x="457200" y="457200"/>
            <a:ext cx="190119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Roadmap AV office 2027</a:t>
            </a:r>
            <a:endParaRPr lang="en-US" sz="13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UdWc1pHOTFkQzB4TXkxcGRHRnNhV010WW05MWJtUmhjbmt0TFRBdU1pSXNJbU5oYm5aaGN5SXNJbk5oYlhCc1pTSm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50"/>
          <p:cNvSpPr/>
          <p:nvPr/>
        </p:nvSpPr>
        <p:spPr>
          <a:xfrm>
            <a:off x="457200" y="457200"/>
            <a:ext cx="1810385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i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Roadmap AV office 2027</a:t>
            </a:r>
            <a:endParaRPr lang="en-US" sz="13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UdWc1pHOTFkQzB4TXkxcGRHRnNhV010WW05MWJtUmhjbmt0TUM0eU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51"/>
          <p:cNvSpPr/>
          <p:nvPr/>
        </p:nvSpPr>
        <p:spPr>
          <a:xfrm>
            <a:off x="457200" y="457200"/>
            <a:ext cx="1815465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i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Roadmap AV office 2027</a:t>
            </a:r>
            <a:endParaRPr lang="en-US" sz="13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UdWc1pHOTFkQzB4TXkxaWIyeGtYMmwwWVd4cFl5MWliM1Z1WkdGeWVTMHRNQzR5SWl3aVkyRnVkbUZ6SWl3aWMyRnRjR3hsSWw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52"/>
          <p:cNvSpPr/>
          <p:nvPr/>
        </p:nvSpPr>
        <p:spPr>
          <a:xfrm>
            <a:off x="457200" y="457200"/>
            <a:ext cx="1856423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i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Roadmap AV office 2027</a:t>
            </a:r>
            <a:endParaRPr lang="en-US" sz="13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UdWc1pHOTFkQzB4TXkxaWIyeGtYMmwwWVd4cFl5MWliM1Z1WkdGeWVTMHdMaklpTENKallXNTJZWE1pTENKellXMXd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53"/>
          <p:cNvSpPr/>
          <p:nvPr/>
        </p:nvSpPr>
        <p:spPr>
          <a:xfrm>
            <a:off x="457200" y="457200"/>
            <a:ext cx="1861503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i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Roadmap AV office 2027</a:t>
            </a:r>
            <a:endParaRPr lang="en-US" sz="13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UdWc1pHOTFkQzB4TnkxeVpXZDFiR0Z5TFdKdmRXNWtZWEo1TFMwd0xqS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54"/>
          <p:cNvSpPr/>
          <p:nvPr/>
        </p:nvSpPr>
        <p:spPr>
          <a:xfrm>
            <a:off x="457200" y="457200"/>
            <a:ext cx="239776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Roadmap AV office 2027</a:t>
            </a:r>
            <a:endParaRPr lang="en-US" sz="17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UdWc1pHOTFkQzB4TnkxeVpXZDFiR0Z5TFdKdmRXNWtZWEo1TFRBdU1pSXNJbU5oYm5aaGN5SXNJbk5oYlhCc1pTSm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55"/>
          <p:cNvSpPr/>
          <p:nvPr/>
        </p:nvSpPr>
        <p:spPr>
          <a:xfrm>
            <a:off x="457200" y="457200"/>
            <a:ext cx="240284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Roadmap AV office 2027</a:t>
            </a:r>
            <a:endParaRPr lang="en-US" sz="17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UdWc1pHOTFkQzB4TnkxaWIyeGtMV0p2ZFc1a1lYSjVMUzB3TGpJaUxDSmpZVzUyWVhNaUxDSnpZVzF3YkdVaVh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56"/>
          <p:cNvSpPr/>
          <p:nvPr/>
        </p:nvSpPr>
        <p:spPr>
          <a:xfrm>
            <a:off x="457200" y="457200"/>
            <a:ext cx="2485073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Roadmap AV office 2027</a:t>
            </a:r>
            <a:endParaRPr lang="en-US" sz="17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UdWc1pHOTFkQzB4TnkxaWIyeGtMV0p2ZFc1a1lYSjVMVEF1TW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57"/>
          <p:cNvSpPr/>
          <p:nvPr/>
        </p:nvSpPr>
        <p:spPr>
          <a:xfrm>
            <a:off x="457200" y="457200"/>
            <a:ext cx="2490153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Roadmap AV office 2027</a:t>
            </a:r>
            <a:endParaRPr lang="en-US" sz="17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UdWc1pHOTFkQzB4TnkxcGRHRnNhV010WW05MWJtUmhjbmt0TFRBdU1pSXNJbU5oYm5aaGN5SXNJbk5oYlhCc1pTSm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58"/>
          <p:cNvSpPr/>
          <p:nvPr/>
        </p:nvSpPr>
        <p:spPr>
          <a:xfrm>
            <a:off x="457200" y="457200"/>
            <a:ext cx="2369185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i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Roadmap AV office 2027</a:t>
            </a:r>
            <a:endParaRPr lang="en-US" sz="17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UdWc1pHOTFkQzB4TnkxcGRHRnNhV010WW05MWJtUmhjbmt0TUM0eU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59"/>
          <p:cNvSpPr/>
          <p:nvPr/>
        </p:nvSpPr>
        <p:spPr>
          <a:xfrm>
            <a:off x="457200" y="457200"/>
            <a:ext cx="2374265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i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Roadmap AV office 2027</a:t>
            </a:r>
            <a:endParaRPr lang="en-US" sz="17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UdWc1pHOTFkQzB4TnkxaWIyeGtYMmwwWVd4cFl5MWliM1Z1WkdGeWVTMHRNQzR5SWl3aVkyRnVkbUZ6SWl3aWMyRnRjR3hsSWw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60"/>
          <p:cNvSpPr/>
          <p:nvPr/>
        </p:nvSpPr>
        <p:spPr>
          <a:xfrm>
            <a:off x="457200" y="457200"/>
            <a:ext cx="2427923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i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Roadmap AV office 2027</a:t>
            </a:r>
            <a:endParaRPr lang="en-US" sz="17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UdWc1pHOTFkQzB4TnkxaWIyeGtYMmwwWVd4cFl5MWliM1Z1WkdGeWVTMHdMaklpTENKallXNTJZWE1pTENKellXMXd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61"/>
          <p:cNvSpPr/>
          <p:nvPr/>
        </p:nvSpPr>
        <p:spPr>
          <a:xfrm>
            <a:off x="457200" y="457200"/>
            <a:ext cx="2433003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i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Roadmap AV office 2027</a:t>
            </a:r>
            <a:endParaRPr lang="en-US" sz="17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UdWc1pHOTFkQzB5TmkxeVpXZDFiR0Z5TFdKdmRXNWtZWEo1TFMwd0xqS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62"/>
          <p:cNvSpPr/>
          <p:nvPr/>
        </p:nvSpPr>
        <p:spPr>
          <a:xfrm>
            <a:off x="457200" y="457200"/>
            <a:ext cx="366141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Roadmap AV office 2027</a:t>
            </a:r>
            <a:endParaRPr lang="en-US" sz="26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UdWc1pHOTFkQzB5TmkxeVpXZDFiR0Z5TFdKdmRXNWtZWEo1TFRBdU1pSXNJbU5oYm5aaGN5SXNJbk5oYlhCc1pTSm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63"/>
          <p:cNvSpPr/>
          <p:nvPr/>
        </p:nvSpPr>
        <p:spPr>
          <a:xfrm>
            <a:off x="457200" y="457200"/>
            <a:ext cx="366649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Roadmap AV office 2027</a:t>
            </a:r>
            <a:endParaRPr lang="en-US" sz="26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UdWc1pHOTFkQzB5TmkxaWIyeGtMV0p2ZFc1a1lYSjVMUzB3TGpJaUxDSmpZVzUyWVhNaUxDSnpZVzF3YkdVaVh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64"/>
          <p:cNvSpPr/>
          <p:nvPr/>
        </p:nvSpPr>
        <p:spPr>
          <a:xfrm>
            <a:off x="457200" y="457200"/>
            <a:ext cx="3793173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Roadmap AV office 2027</a:t>
            </a:r>
            <a:endParaRPr lang="en-US" sz="26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UdWc1pHOTFkQzB5TmkxaWIyeGtMV0p2ZFc1a1lYSjVMVEF1TW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65"/>
          <p:cNvSpPr/>
          <p:nvPr/>
        </p:nvSpPr>
        <p:spPr>
          <a:xfrm>
            <a:off x="457200" y="457200"/>
            <a:ext cx="3798253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Roadmap AV office 2027</a:t>
            </a:r>
            <a:endParaRPr lang="en-US" sz="26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UdWc1pHOTFkQzB5TmkxcGRHRnNhV010WW05MWJtUmhjbmt0TFRBdU1pSXNJbU5oYm5aaGN5SXNJbk5oYlhCc1pTSm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66"/>
          <p:cNvSpPr/>
          <p:nvPr/>
        </p:nvSpPr>
        <p:spPr>
          <a:xfrm>
            <a:off x="457200" y="457200"/>
            <a:ext cx="3621723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i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Roadmap AV office 2027</a:t>
            </a:r>
            <a:endParaRPr lang="en-US" sz="26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UdWc1pHOTFkQzB5TmkxcGRHRnNhV010WW05MWJtUmhjbmt0TUM0eU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67"/>
          <p:cNvSpPr/>
          <p:nvPr/>
        </p:nvSpPr>
        <p:spPr>
          <a:xfrm>
            <a:off x="457200" y="457200"/>
            <a:ext cx="3626803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i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Roadmap AV office 2027</a:t>
            </a:r>
            <a:endParaRPr lang="en-US" sz="26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UdWc1pHOTFkQzB5TmkxaWIyeGtYMmwwWVd4cFl5MWliM1Z1WkdGeWVTMHRNQzR5SWl3aVkyRnVkbUZ6SWl3aWMyRnRjR3hsSWw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68"/>
          <p:cNvSpPr/>
          <p:nvPr/>
        </p:nvSpPr>
        <p:spPr>
          <a:xfrm>
            <a:off x="457200" y="457200"/>
            <a:ext cx="3713798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i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Roadmap AV office 2027</a:t>
            </a:r>
            <a:endParaRPr lang="en-US" sz="26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UdWc1pHOTFkQzB5TmkxaWIyeGtYMmwwWVd4cFl5MWliM1Z1WkdGeWVTMHdMaklpTENKallXNTJZWE1pTENKellXMXd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69"/>
          <p:cNvSpPr/>
          <p:nvPr/>
        </p:nvSpPr>
        <p:spPr>
          <a:xfrm>
            <a:off x="457200" y="457200"/>
            <a:ext cx="3718878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i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Roadmap AV office 2027</a:t>
            </a:r>
            <a:endParaRPr lang="en-US" sz="26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UdWc1pHOTFkQzB4TXkxeVpXZDFiR0Z5TFdKdmRXNWtZWEo1TFMwd0xqS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70"/>
          <p:cNvSpPr/>
          <p:nvPr/>
        </p:nvSpPr>
        <p:spPr>
          <a:xfrm>
            <a:off x="457200" y="457200"/>
            <a:ext cx="216281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Roadmap AV office 2027</a:t>
            </a:r>
            <a:endParaRPr lang="en-US" sz="13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UdWc1pHOTFkQzB4TXkxeVpXZDFiR0Z5TFdKdmRXNWtZWEo1TFRBdU1pSXNJbU5oYm5aaGN5SXNJbk5oYlhCc1pTSm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71"/>
          <p:cNvSpPr/>
          <p:nvPr/>
        </p:nvSpPr>
        <p:spPr>
          <a:xfrm>
            <a:off x="457200" y="457200"/>
            <a:ext cx="216789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Roadmap AV office 2027</a:t>
            </a:r>
            <a:endParaRPr lang="en-US" sz="13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UdWc1pHOTFkQzB4TXkxaWIyeGtMV0p2ZFc1a1lYSjVMUzB3TGpJaUxDSmpZVzUyWVhNaUxDSnpZVzF3YkdVaVh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72"/>
          <p:cNvSpPr/>
          <p:nvPr/>
        </p:nvSpPr>
        <p:spPr>
          <a:xfrm>
            <a:off x="457200" y="457200"/>
            <a:ext cx="216281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Roadmap AV office 2027</a:t>
            </a:r>
            <a:endParaRPr lang="en-US" sz="13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UdWc1pHOTFkQzB4TXkxaWIyeGtMV0p2ZFc1a1lYSjVMVEF1TW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73"/>
          <p:cNvSpPr/>
          <p:nvPr/>
        </p:nvSpPr>
        <p:spPr>
          <a:xfrm>
            <a:off x="457200" y="457200"/>
            <a:ext cx="216789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Roadmap AV office 2027</a:t>
            </a:r>
            <a:endParaRPr lang="en-US" sz="13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UdWc1pHOTFkQzB4TXkxcGRHRnNhV010WW05MWJtUmhjbmt0TFRBdU1pSXNJbU5oYm5aaGN5SXNJbk5oYlhCc1pTSm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74"/>
          <p:cNvSpPr/>
          <p:nvPr/>
        </p:nvSpPr>
        <p:spPr>
          <a:xfrm>
            <a:off x="457200" y="457200"/>
            <a:ext cx="216281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i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Roadmap AV office 2027</a:t>
            </a:r>
            <a:endParaRPr lang="en-US" sz="13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UdWc1pHOTFkQzB4TXkxcGRHRnNhV010WW05MWJtUmhjbmt0TUM0eU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75"/>
          <p:cNvSpPr/>
          <p:nvPr/>
        </p:nvSpPr>
        <p:spPr>
          <a:xfrm>
            <a:off x="457200" y="457200"/>
            <a:ext cx="216789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i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Roadmap AV office 2027</a:t>
            </a:r>
            <a:endParaRPr lang="en-US" sz="13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UdWc1pHOTFkQzB4TXkxaWIyeGtYMmwwWVd4cFl5MWliM1Z1WkdGeWVTMHRNQzR5SWl3aVkyRnVkbUZ6SWl3aWMyRnRjR3hsSWw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76"/>
          <p:cNvSpPr/>
          <p:nvPr/>
        </p:nvSpPr>
        <p:spPr>
          <a:xfrm>
            <a:off x="457200" y="457200"/>
            <a:ext cx="216281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i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Roadmap AV office 2027</a:t>
            </a:r>
            <a:endParaRPr lang="en-US" sz="13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UdWc1pHOTFkQzB4TXkxaWIyeGtYMmwwWVd4cFl5MWliM1Z1WkdGeWVTMHdMaklpTENKallXNTJZWE1pTENKellXMXd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77"/>
          <p:cNvSpPr/>
          <p:nvPr/>
        </p:nvSpPr>
        <p:spPr>
          <a:xfrm>
            <a:off x="457200" y="457200"/>
            <a:ext cx="216789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i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Roadmap AV office 2027</a:t>
            </a:r>
            <a:endParaRPr lang="en-US" sz="13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UdWc1pHOTFkQzB4TnkxeVpXZDFiR0Z5TFdKdmRXNWtZWEo1TFMwd0xqS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78"/>
          <p:cNvSpPr/>
          <p:nvPr/>
        </p:nvSpPr>
        <p:spPr>
          <a:xfrm>
            <a:off x="457200" y="457200"/>
            <a:ext cx="286131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Roadmap AV office 2027</a:t>
            </a:r>
            <a:endParaRPr lang="en-US" sz="17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UdWc1pHOTFkQzB4TnkxeVpXZDFiR0Z5TFdKdmRXNWtZWEo1TFRBdU1pSXNJbU5oYm5aaGN5SXNJbk5oYlhCc1pTSm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79"/>
          <p:cNvSpPr/>
          <p:nvPr/>
        </p:nvSpPr>
        <p:spPr>
          <a:xfrm>
            <a:off x="457200" y="457200"/>
            <a:ext cx="286639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Roadmap AV office 2027</a:t>
            </a:r>
            <a:endParaRPr lang="en-US" sz="17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UdWc1pHOTFkQzB4TnkxaWIyeGtMV0p2ZFc1a1lYSjVMUzB3TGpJaUxDSmpZVzUyWVhNaUxDSnpZVzF3YkdVaVh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80"/>
          <p:cNvSpPr/>
          <p:nvPr/>
        </p:nvSpPr>
        <p:spPr>
          <a:xfrm>
            <a:off x="457200" y="457200"/>
            <a:ext cx="286131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Roadmap AV office 2027</a:t>
            </a:r>
            <a:endParaRPr lang="en-US" sz="17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UdWc1pHOTFkQzB4TnkxaWIyeGtMV0p2ZFc1a1lYSjVMVEF1TW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81"/>
          <p:cNvSpPr/>
          <p:nvPr/>
        </p:nvSpPr>
        <p:spPr>
          <a:xfrm>
            <a:off x="457200" y="457200"/>
            <a:ext cx="286639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Roadmap AV office 2027</a:t>
            </a:r>
            <a:endParaRPr lang="en-US" sz="17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UdWc1pHOTFkQzB4TnkxcGRHRnNhV010WW05MWJtUmhjbmt0TFRBdU1pSXNJbU5oYm5aaGN5SXNJbk5oYlhCc1pTSm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82"/>
          <p:cNvSpPr/>
          <p:nvPr/>
        </p:nvSpPr>
        <p:spPr>
          <a:xfrm>
            <a:off x="457200" y="457200"/>
            <a:ext cx="286131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i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Roadmap AV office 2027</a:t>
            </a:r>
            <a:endParaRPr lang="en-US" sz="17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UdWc1pHOTFkQzB4TnkxcGRHRnNhV010WW05MWJtUmhjbmt0TUM0eU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83"/>
          <p:cNvSpPr/>
          <p:nvPr/>
        </p:nvSpPr>
        <p:spPr>
          <a:xfrm>
            <a:off x="457200" y="457200"/>
            <a:ext cx="286639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i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Roadmap AV office 2027</a:t>
            </a:r>
            <a:endParaRPr lang="en-US" sz="17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UdWc1pHOTFkQzB4TnkxaWIyeGtYMmwwWVd4cFl5MWliM1Z1WkdGeWVTMHRNQzR5SWl3aVkyRnVkbUZ6SWl3aWMyRnRjR3hsSWw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84"/>
          <p:cNvSpPr/>
          <p:nvPr/>
        </p:nvSpPr>
        <p:spPr>
          <a:xfrm>
            <a:off x="457200" y="457200"/>
            <a:ext cx="286131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i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Roadmap AV office 2027</a:t>
            </a:r>
            <a:endParaRPr lang="en-US" sz="17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UdWc1pHOTFkQzB4TnkxaWIyeGtYMmwwWVd4cFl5MWliM1Z1WkdGeWVTMHdMaklpTENKallXNTJZWE1pTENKellXMXd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85"/>
          <p:cNvSpPr/>
          <p:nvPr/>
        </p:nvSpPr>
        <p:spPr>
          <a:xfrm>
            <a:off x="457200" y="457200"/>
            <a:ext cx="286639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i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Roadmap AV office 2027</a:t>
            </a:r>
            <a:endParaRPr lang="en-US" sz="17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UdWc1pHOTFkQzB5TmkxeVpXZDFiR0Z5TFdKdmRXNWtZWEo1TFMwd0xqS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86"/>
          <p:cNvSpPr/>
          <p:nvPr/>
        </p:nvSpPr>
        <p:spPr>
          <a:xfrm>
            <a:off x="457200" y="457200"/>
            <a:ext cx="4363085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Roadmap AV office 2027</a:t>
            </a:r>
            <a:endParaRPr lang="en-US" sz="26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UdWc1pHOTFkQzB5TmkxeVpXZDFiR0Z5TFdKdmRXNWtZWEo1TFRBdU1pSXNJbU5oYm5aaGN5SXNJbk5oYlhCc1pTSm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87"/>
          <p:cNvSpPr/>
          <p:nvPr/>
        </p:nvSpPr>
        <p:spPr>
          <a:xfrm>
            <a:off x="457200" y="457200"/>
            <a:ext cx="4368165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Roadmap AV office 2027</a:t>
            </a:r>
            <a:endParaRPr lang="en-US" sz="26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UdWc1pHOTFkQzB5TmkxaWIyeGtMV0p2ZFc1a1lYSjVMUzB3TGpJaUxDSmpZVzUyWVhNaUxDSnpZVzF3YkdVaVh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88"/>
          <p:cNvSpPr/>
          <p:nvPr/>
        </p:nvSpPr>
        <p:spPr>
          <a:xfrm>
            <a:off x="457200" y="457200"/>
            <a:ext cx="4363085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Roadmap AV office 2027</a:t>
            </a:r>
            <a:endParaRPr lang="en-US" sz="26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UdWc1pHOTFkQzB5TmkxaWIyeGtMV0p2ZFc1a1lYSjVMVEF1TW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89"/>
          <p:cNvSpPr/>
          <p:nvPr/>
        </p:nvSpPr>
        <p:spPr>
          <a:xfrm>
            <a:off x="457200" y="457200"/>
            <a:ext cx="4368165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Roadmap AV office 2027</a:t>
            </a:r>
            <a:endParaRPr lang="en-US" sz="26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UdWc1pHOTFkQzB5TmkxcGRHRnNhV010WW05MWJtUmhjbmt0TFRBdU1pSXNJbU5oYm5aaGN5SXNJbk5oYlhCc1pTSm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90"/>
          <p:cNvSpPr/>
          <p:nvPr/>
        </p:nvSpPr>
        <p:spPr>
          <a:xfrm>
            <a:off x="457200" y="457200"/>
            <a:ext cx="4363085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i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Roadmap AV office 2027</a:t>
            </a:r>
            <a:endParaRPr lang="en-US" sz="26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UdWc1pHOTFkQzB5TmkxcGRHRnNhV010WW05MWJtUmhjbmt0TUM0eU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91"/>
          <p:cNvSpPr/>
          <p:nvPr/>
        </p:nvSpPr>
        <p:spPr>
          <a:xfrm>
            <a:off x="457200" y="457200"/>
            <a:ext cx="4368165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i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Roadmap AV office 2027</a:t>
            </a:r>
            <a:endParaRPr lang="en-US" sz="26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UdWc1pHOTFkQzB5TmkxaWIyeGtYMmwwWVd4cFl5MWliM1Z1WkdGeWVTMHRNQzR5SWl3aVkyRnVkbUZ6SWl3aWMyRnRjR3hsSWw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92"/>
          <p:cNvSpPr/>
          <p:nvPr/>
        </p:nvSpPr>
        <p:spPr>
          <a:xfrm>
            <a:off x="457200" y="457200"/>
            <a:ext cx="4363085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i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Roadmap AV office 2027</a:t>
            </a:r>
            <a:endParaRPr lang="en-US" sz="26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UdWc1pHOTFkQzB5TmkxaWIyeGtYMmwwWVd4cFl5MWliM1Z1WkdGeWVTMHdMaklpTENKallXNTJZWE1pTENKellXMXd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93"/>
          <p:cNvSpPr/>
          <p:nvPr/>
        </p:nvSpPr>
        <p:spPr>
          <a:xfrm>
            <a:off x="457200" y="457200"/>
            <a:ext cx="4368165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i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Roadmap AV office 2027</a:t>
            </a:r>
            <a:endParaRPr lang="en-US" sz="26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9aV3hrYjNWMExURXpMWEpsWjNWc1lYSXRZbTkxYm1SaGNua3RMVEF1TW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94"/>
          <p:cNvSpPr/>
          <p:nvPr/>
        </p:nvSpPr>
        <p:spPr>
          <a:xfrm>
            <a:off x="457200" y="457200"/>
            <a:ext cx="1811973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AV office 2027</a:t>
            </a:r>
            <a:endParaRPr lang="en-US" sz="13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9aV3hrYjNWMExURXpMWEpsWjNWc1lYSXRZbTkxYm1SaGNua3RNQzR5SWl3aVkyRnVkbUZ6SWl3aWMyRnRjR3hsSWw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95"/>
          <p:cNvSpPr/>
          <p:nvPr/>
        </p:nvSpPr>
        <p:spPr>
          <a:xfrm>
            <a:off x="457200" y="457200"/>
            <a:ext cx="1817052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AV office 2027</a:t>
            </a:r>
            <a:endParaRPr lang="en-US" sz="13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9aV3hrYjNWMExURXpMV0p2YkdRdFltOTFibVJoY25rdExUQXVNaUlzSW1OaGJuWmhjeUlzSW5OaGJYQnNaU0p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96"/>
          <p:cNvSpPr/>
          <p:nvPr/>
        </p:nvSpPr>
        <p:spPr>
          <a:xfrm>
            <a:off x="457200" y="457200"/>
            <a:ext cx="1910398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AV office 2027</a:t>
            </a:r>
            <a:endParaRPr lang="en-US" sz="13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9aV3hrYjNWMExURXpMV0p2YkdRdFltOTFibVJoY25rdE1DNHl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97"/>
          <p:cNvSpPr/>
          <p:nvPr/>
        </p:nvSpPr>
        <p:spPr>
          <a:xfrm>
            <a:off x="457200" y="457200"/>
            <a:ext cx="1915478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AV office 2027</a:t>
            </a:r>
            <a:endParaRPr lang="en-US" sz="13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9aV3hrYjNWMExURXpMV2wwWVd4cFl5MWliM1Z1WkdGeWVTMHRNQzR5SWl3aVkyRnVkbUZ6SWl3aWMyRnRjR3hsSWw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98"/>
          <p:cNvSpPr/>
          <p:nvPr/>
        </p:nvSpPr>
        <p:spPr>
          <a:xfrm>
            <a:off x="457200" y="457200"/>
            <a:ext cx="1821498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i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AV office 2027</a:t>
            </a:r>
            <a:endParaRPr lang="en-US" sz="13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9aV3hrYjNWMExURXpMV2wwWVd4cFl5MWliM1Z1WkdGeWVTMHdMaklpTENKallXNTJZWE1pTENKellXMXd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99"/>
          <p:cNvSpPr/>
          <p:nvPr/>
        </p:nvSpPr>
        <p:spPr>
          <a:xfrm>
            <a:off x="457200" y="457200"/>
            <a:ext cx="1826577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i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AV office 2027</a:t>
            </a:r>
            <a:endParaRPr lang="en-US" sz="13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9aV3hrYjNWMExURXpMV0p2YkdSZmFYUmhiR2xqTFdKdmRXNWtZWEo1TFMwd0xqS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00"/>
          <p:cNvSpPr/>
          <p:nvPr/>
        </p:nvSpPr>
        <p:spPr>
          <a:xfrm>
            <a:off x="457200" y="457200"/>
            <a:ext cx="1907223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i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AV office 2027</a:t>
            </a:r>
            <a:endParaRPr lang="en-US" sz="13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9aV3hrYjNWMExURXpMV0p2YkdSZmFYUmhiR2xqTFdKdmRXNWtZWEo1TFRBdU1pSXNJbU5oYm5aaGN5SXNJbk5oYlhCc1pTSm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01"/>
          <p:cNvSpPr/>
          <p:nvPr/>
        </p:nvSpPr>
        <p:spPr>
          <a:xfrm>
            <a:off x="457200" y="457200"/>
            <a:ext cx="1912302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i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AV office 2027</a:t>
            </a:r>
            <a:endParaRPr lang="en-US" sz="13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9aV3hrYjNWMExURTNMWEpsWjNWc1lYSXRZbTkxYm1SaGNua3RMVEF1TW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02"/>
          <p:cNvSpPr/>
          <p:nvPr/>
        </p:nvSpPr>
        <p:spPr>
          <a:xfrm>
            <a:off x="457200" y="457200"/>
            <a:ext cx="237236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AV office 2027</a:t>
            </a:r>
            <a:endParaRPr lang="en-US" sz="17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9aV3hrYjNWMExURTNMWEpsWjNWc1lYSXRZbTkxYm1SaGNua3RNQzR5SWl3aVkyRnVkbUZ6SWl3aWMyRnRjR3hsSWw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03"/>
          <p:cNvSpPr/>
          <p:nvPr/>
        </p:nvSpPr>
        <p:spPr>
          <a:xfrm>
            <a:off x="457200" y="457200"/>
            <a:ext cx="237744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AV office 2027</a:t>
            </a:r>
            <a:endParaRPr lang="en-US" sz="17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9aV3hrYjNWMExURTNMV0p2YkdRdFltOTFibVJoY25rdExUQXVNaUlzSW1OaGJuWmhjeUlzSW5OaGJYQnNaU0p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04"/>
          <p:cNvSpPr/>
          <p:nvPr/>
        </p:nvSpPr>
        <p:spPr>
          <a:xfrm>
            <a:off x="457200" y="457200"/>
            <a:ext cx="2497773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AV office 2027</a:t>
            </a:r>
            <a:endParaRPr lang="en-US" sz="17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9aV3hrYjNWMExURTNMV0p2YkdRdFltOTFibVJoY25rdE1DNHl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05"/>
          <p:cNvSpPr/>
          <p:nvPr/>
        </p:nvSpPr>
        <p:spPr>
          <a:xfrm>
            <a:off x="457200" y="457200"/>
            <a:ext cx="2502853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AV office 2027</a:t>
            </a:r>
            <a:endParaRPr lang="en-US" sz="17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9aV3hrYjNWMExURTNMV2wwWVd4cFl5MWliM1Z1WkdGeWVTMHRNQzR5SWl3aVkyRnVkbUZ6SWl3aWMyRnRjR3hsSWw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06"/>
          <p:cNvSpPr/>
          <p:nvPr/>
        </p:nvSpPr>
        <p:spPr>
          <a:xfrm>
            <a:off x="457200" y="457200"/>
            <a:ext cx="238506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i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AV office 2027</a:t>
            </a:r>
            <a:endParaRPr lang="en-US" sz="17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9aV3hrYjNWMExURTNMV2wwWVd4cFl5MWliM1Z1WkdGeWVTMHdMaklpTENKallXNTJZWE1pTENKellXMXd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07"/>
          <p:cNvSpPr/>
          <p:nvPr/>
        </p:nvSpPr>
        <p:spPr>
          <a:xfrm>
            <a:off x="457200" y="457200"/>
            <a:ext cx="239014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i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AV office 2027</a:t>
            </a:r>
            <a:endParaRPr lang="en-US" sz="17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9aV3hrYjNWMExURTNMV0p2YkdSZmFYUmhiR2xqTFdKdmRXNWtZWEo1TFMwd0xqS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08"/>
          <p:cNvSpPr/>
          <p:nvPr/>
        </p:nvSpPr>
        <p:spPr>
          <a:xfrm>
            <a:off x="457200" y="457200"/>
            <a:ext cx="2494598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i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AV office 2027</a:t>
            </a:r>
            <a:endParaRPr lang="en-US" sz="17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9aV3hrYjNWMExURTNMV0p2YkdSZmFYUmhiR2xqTFdKdmRXNWtZWEo1TFRBdU1pSXNJbU5oYm5aaGN5SXNJbk5oYlhCc1pTSm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09"/>
          <p:cNvSpPr/>
          <p:nvPr/>
        </p:nvSpPr>
        <p:spPr>
          <a:xfrm>
            <a:off x="457200" y="457200"/>
            <a:ext cx="2499678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i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AV office 2027</a:t>
            </a:r>
            <a:endParaRPr lang="en-US" sz="17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9aV3hrYjNWMExUSTJMWEpsWjNWc1lYSXRZbTkxYm1SaGNua3RMVEF1TW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10"/>
          <p:cNvSpPr/>
          <p:nvPr/>
        </p:nvSpPr>
        <p:spPr>
          <a:xfrm>
            <a:off x="457200" y="457200"/>
            <a:ext cx="3624898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AV office 2027</a:t>
            </a:r>
            <a:endParaRPr lang="en-US" sz="26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9aV3hrYjNWMExUSTJMWEpsWjNWc1lYSXRZbTkxYm1SaGNua3RNQzR5SWl3aVkyRnVkbUZ6SWl3aWMyRnRjR3hsSWw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11"/>
          <p:cNvSpPr/>
          <p:nvPr/>
        </p:nvSpPr>
        <p:spPr>
          <a:xfrm>
            <a:off x="457200" y="457200"/>
            <a:ext cx="3629978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AV office 2027</a:t>
            </a:r>
            <a:endParaRPr lang="en-US" sz="26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9aV3hrYjNWMExUSTJMV0p2YkdRdFltOTFibVJoY25rdExUQXVNaUlzSW1OaGJuWmhjeUlzSW5OaGJYQnNaU0p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12"/>
          <p:cNvSpPr/>
          <p:nvPr/>
        </p:nvSpPr>
        <p:spPr>
          <a:xfrm>
            <a:off x="457200" y="457200"/>
            <a:ext cx="3818573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AV office 2027</a:t>
            </a:r>
            <a:endParaRPr lang="en-US" sz="26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9aV3hrYjNWMExUSTJMV0p2YkdRdFltOTFibVJoY25rdE1DNHl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13"/>
          <p:cNvSpPr/>
          <p:nvPr/>
        </p:nvSpPr>
        <p:spPr>
          <a:xfrm>
            <a:off x="457200" y="457200"/>
            <a:ext cx="3823652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AV office 2027</a:t>
            </a:r>
            <a:endParaRPr lang="en-US" sz="26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9aV3hrYjNWMExUSTJMV2wwWVd4cFl5MWliM1Z1WkdGeWVTMHRNQzR5SWl3aVkyRnVkbUZ6SWl3aWMyRnRjR3hsSWw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14"/>
          <p:cNvSpPr/>
          <p:nvPr/>
        </p:nvSpPr>
        <p:spPr>
          <a:xfrm>
            <a:off x="457200" y="457200"/>
            <a:ext cx="3643948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i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AV office 2027</a:t>
            </a:r>
            <a:endParaRPr lang="en-US" sz="26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9aV3hrYjNWMExUSTJMV2wwWVd4cFl5MWliM1Z1WkdGeWVTMHdMaklpTENKallXNTJZWE1pTENKellXMXd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15"/>
          <p:cNvSpPr/>
          <p:nvPr/>
        </p:nvSpPr>
        <p:spPr>
          <a:xfrm>
            <a:off x="457200" y="457200"/>
            <a:ext cx="3649027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i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AV office 2027</a:t>
            </a:r>
            <a:endParaRPr lang="en-US" sz="26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9aV3hrYjNWMExUSTJMV0p2YkdSZmFYUmhiR2xqTFdKdmRXNWtZWEo1TFMwd0xqS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16"/>
          <p:cNvSpPr/>
          <p:nvPr/>
        </p:nvSpPr>
        <p:spPr>
          <a:xfrm>
            <a:off x="457200" y="457200"/>
            <a:ext cx="381381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i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AV office 2027</a:t>
            </a:r>
            <a:endParaRPr lang="en-US" sz="26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9aV3hrYjNWMExUSTJMV0p2YkdSZmFYUmhiR2xqTFdKdmRXNWtZWEo1TFRBdU1pSXNJbU5oYm5aaGN5SXNJbk5oYlhCc1pTSm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17"/>
          <p:cNvSpPr/>
          <p:nvPr/>
        </p:nvSpPr>
        <p:spPr>
          <a:xfrm>
            <a:off x="457200" y="457200"/>
            <a:ext cx="381889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i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AV office 2027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117</Slides>
  <Notes>117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117</vt:i4>
      </vt:variant>
    </vt:vector>
  </HeadingPairs>
  <TitlesOfParts>
    <vt:vector size="1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</vt:vector>
  </TitlesOfParts>
  <Company>West Monroe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PowerPoint compositions</dc:title>
  <dc:subject>Illustrative proposal and component examples</dc:subject>
  <dc:creator>pptxgengo</dc:creator>
  <cp:lastModifiedBy>pptxgengo</cp:lastModifiedBy>
  <cp:revision>1</cp:revision>
  <dcterms:created xsi:type="dcterms:W3CDTF">2026-10-01T02:04:18Z</dcterms:created>
  <dcterms:modified xsi:type="dcterms:W3CDTF">2026-10-01T02:04:18Z</dcterms:modified>
</cp:coreProperties>
</file>